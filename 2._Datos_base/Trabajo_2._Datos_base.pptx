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4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5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6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8" r:id="rId2"/>
  </p:sldMasterIdLst>
  <p:notesMasterIdLst>
    <p:notesMasterId r:id="rId38"/>
  </p:notesMasterIdLst>
  <p:handoutMasterIdLst>
    <p:handoutMasterId r:id="rId39"/>
  </p:handoutMasterIdLst>
  <p:sldIdLst>
    <p:sldId id="475" r:id="rId3"/>
    <p:sldId id="487" r:id="rId4"/>
    <p:sldId id="480" r:id="rId5"/>
    <p:sldId id="557" r:id="rId6"/>
    <p:sldId id="558" r:id="rId7"/>
    <p:sldId id="533" r:id="rId8"/>
    <p:sldId id="515" r:id="rId9"/>
    <p:sldId id="556" r:id="rId10"/>
    <p:sldId id="551" r:id="rId11"/>
    <p:sldId id="526" r:id="rId12"/>
    <p:sldId id="559" r:id="rId13"/>
    <p:sldId id="552" r:id="rId14"/>
    <p:sldId id="476" r:id="rId15"/>
    <p:sldId id="560" r:id="rId16"/>
    <p:sldId id="561" r:id="rId17"/>
    <p:sldId id="394" r:id="rId18"/>
    <p:sldId id="395" r:id="rId19"/>
    <p:sldId id="396" r:id="rId20"/>
    <p:sldId id="554" r:id="rId21"/>
    <p:sldId id="532" r:id="rId22"/>
    <p:sldId id="539" r:id="rId23"/>
    <p:sldId id="455" r:id="rId24"/>
    <p:sldId id="553" r:id="rId25"/>
    <p:sldId id="506" r:id="rId26"/>
    <p:sldId id="564" r:id="rId27"/>
    <p:sldId id="563" r:id="rId28"/>
    <p:sldId id="518" r:id="rId29"/>
    <p:sldId id="519" r:id="rId30"/>
    <p:sldId id="510" r:id="rId31"/>
    <p:sldId id="536" r:id="rId32"/>
    <p:sldId id="565" r:id="rId33"/>
    <p:sldId id="508" r:id="rId34"/>
    <p:sldId id="566" r:id="rId35"/>
    <p:sldId id="535" r:id="rId36"/>
    <p:sldId id="507" r:id="rId37"/>
  </p:sldIdLst>
  <p:sldSz cx="12192000" cy="6858000"/>
  <p:notesSz cx="7099300" cy="10234613"/>
  <p:defaultTextStyle>
    <a:defPPr>
      <a:defRPr lang="en-US"/>
    </a:defPPr>
    <a:lvl1pPr algn="l" rtl="0" fontAlgn="base">
      <a:spcBef>
        <a:spcPct val="20000"/>
      </a:spcBef>
      <a:spcAft>
        <a:spcPct val="0"/>
      </a:spcAft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Century Gothic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5" autoAdjust="0"/>
    <p:restoredTop sz="94600"/>
  </p:normalViewPr>
  <p:slideViewPr>
    <p:cSldViewPr>
      <p:cViewPr varScale="1">
        <p:scale>
          <a:sx n="58" d="100"/>
          <a:sy n="58" d="100"/>
        </p:scale>
        <p:origin x="90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default" loCatId="list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s-ES"/>
        </a:p>
      </dgm:t>
    </dgm:pt>
    <dgm:pt modelId="{A939F45E-1690-4FC1-901C-ACC87BF64290}">
      <dgm:prSet phldrT="[Texto]"/>
      <dgm:spPr/>
      <dgm:t>
        <a:bodyPr/>
        <a:lstStyle/>
        <a:p>
          <a:r>
            <a:rPr lang="es-ES" dirty="0"/>
            <a:t>Los elementos a recomendar (ítems) son películas del dataset “</a:t>
          </a:r>
          <a:r>
            <a:rPr lang="es-E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</a:t>
          </a:r>
          <a:r>
            <a: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s-E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movies</a:t>
          </a:r>
          <a:r>
            <a: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dataset</a:t>
          </a:r>
          <a:r>
            <a:rPr lang="es-ES" dirty="0"/>
            <a:t>”</a:t>
          </a:r>
        </a:p>
      </dgm:t>
    </dgm:pt>
    <dgm:pt modelId="{40B8D97C-8F61-46A7-BCE9-B689924105A4}" type="parTrans" cxnId="{79A79731-995B-43DA-9CD1-C31DCE5DB35B}">
      <dgm:prSet/>
      <dgm:spPr/>
      <dgm:t>
        <a:bodyPr/>
        <a:lstStyle/>
        <a:p>
          <a:endParaRPr lang="es-ES"/>
        </a:p>
      </dgm:t>
    </dgm:pt>
    <dgm:pt modelId="{20FB82F9-3025-4BC2-B2D7-B296EC68686B}" type="sibTrans" cxnId="{79A79731-995B-43DA-9CD1-C31DCE5DB35B}">
      <dgm:prSet/>
      <dgm:spPr/>
      <dgm:t>
        <a:bodyPr/>
        <a:lstStyle/>
        <a:p>
          <a:endParaRPr lang="es-ES"/>
        </a:p>
      </dgm:t>
    </dgm:pt>
    <dgm:pt modelId="{49E30050-692D-44CB-ACE8-D4DA3494B1C9}">
      <dgm:prSet phldrT="[Texto]"/>
      <dgm:spPr/>
      <dgm:t>
        <a:bodyPr/>
        <a:lstStyle/>
        <a:p>
          <a:r>
            <a:rPr lang="es-ES" dirty="0"/>
            <a:t>El objetivo es conseguir una lista de ítems recomendados adaptada al usuario</a:t>
          </a:r>
        </a:p>
      </dgm:t>
    </dgm:pt>
    <dgm:pt modelId="{FA143361-1015-46D4-82DB-6F1AF898309D}" type="parTrans" cxnId="{6273D92D-CD4D-4FE2-8D8A-984E4E99555C}">
      <dgm:prSet/>
      <dgm:spPr/>
      <dgm:t>
        <a:bodyPr/>
        <a:lstStyle/>
        <a:p>
          <a:endParaRPr lang="es-ES"/>
        </a:p>
      </dgm:t>
    </dgm:pt>
    <dgm:pt modelId="{A4F5600B-E1D7-4791-B06F-5905189CDAF2}" type="sibTrans" cxnId="{6273D92D-CD4D-4FE2-8D8A-984E4E99555C}">
      <dgm:prSet/>
      <dgm:spPr/>
      <dgm:t>
        <a:bodyPr/>
        <a:lstStyle/>
        <a:p>
          <a:endParaRPr lang="es-ES"/>
        </a:p>
      </dgm:t>
    </dgm:pt>
    <dgm:pt modelId="{1B449349-637C-45A9-90DB-E4BA1FDF0476}">
      <dgm:prSet phldrT="[Texto]"/>
      <dgm:spPr/>
      <dgm:t>
        <a:bodyPr/>
        <a:lstStyle/>
        <a:p>
          <a:r>
            <a:rPr lang="es-ES" dirty="0"/>
            <a:t>Para ello, se calcula un ratio de interés del usuario en cada ítem</a:t>
          </a:r>
        </a:p>
      </dgm:t>
    </dgm:pt>
    <dgm:pt modelId="{2516873C-6944-4984-A429-FB77A6068E3E}" type="parTrans" cxnId="{2CC6A51E-9332-4DDC-9004-0E637B0CCF24}">
      <dgm:prSet/>
      <dgm:spPr/>
      <dgm:t>
        <a:bodyPr/>
        <a:lstStyle/>
        <a:p>
          <a:endParaRPr lang="es-ES"/>
        </a:p>
      </dgm:t>
    </dgm:pt>
    <dgm:pt modelId="{3CD953AC-A6AB-43BB-AEA1-03AF1765C374}" type="sibTrans" cxnId="{2CC6A51E-9332-4DDC-9004-0E637B0CCF24}">
      <dgm:prSet/>
      <dgm:spPr/>
      <dgm:t>
        <a:bodyPr/>
        <a:lstStyle/>
        <a:p>
          <a:endParaRPr lang="es-ES"/>
        </a:p>
      </dgm:t>
    </dgm:pt>
    <dgm:pt modelId="{E4F6A4B4-5792-4122-9EFA-B3FB22F42745}">
      <dgm:prSet phldrT="[Texto]"/>
      <dgm:spPr/>
      <dgm:t>
        <a:bodyPr/>
        <a:lstStyle/>
        <a:p>
          <a:r>
            <a:rPr lang="es-ES" dirty="0"/>
            <a:t>Se recomiendan los ítems de mayor ratio</a:t>
          </a:r>
        </a:p>
      </dgm:t>
    </dgm:pt>
    <dgm:pt modelId="{31FA18DE-A024-4A3C-BB94-0BECDC40B7BF}" type="parTrans" cxnId="{A4B05C7A-CECD-4E21-8382-FD338436C094}">
      <dgm:prSet/>
      <dgm:spPr/>
      <dgm:t>
        <a:bodyPr/>
        <a:lstStyle/>
        <a:p>
          <a:endParaRPr lang="es-ES"/>
        </a:p>
      </dgm:t>
    </dgm:pt>
    <dgm:pt modelId="{F84B9DFD-5F93-4C07-BEA0-0FFFB1CD13AE}" type="sibTrans" cxnId="{A4B05C7A-CECD-4E21-8382-FD338436C094}">
      <dgm:prSet/>
      <dgm:spPr/>
      <dgm:t>
        <a:bodyPr/>
        <a:lstStyle/>
        <a:p>
          <a:endParaRPr lang="es-ES"/>
        </a:p>
      </dgm:t>
    </dgm:pt>
    <dgm:pt modelId="{F09DF26C-C275-4D8B-99E5-513057C3EA92}" type="pres">
      <dgm:prSet presAssocID="{AFA075C2-A5B6-4089-944D-722FA774510E}" presName="diagram" presStyleCnt="0">
        <dgm:presLayoutVars>
          <dgm:dir/>
          <dgm:resizeHandles val="exact"/>
        </dgm:presLayoutVars>
      </dgm:prSet>
      <dgm:spPr/>
    </dgm:pt>
    <dgm:pt modelId="{7CD37B96-0653-4398-BAB1-E4933FCA23E8}" type="pres">
      <dgm:prSet presAssocID="{A939F45E-1690-4FC1-901C-ACC87BF64290}" presName="node" presStyleLbl="node1" presStyleIdx="0" presStyleCnt="4">
        <dgm:presLayoutVars>
          <dgm:bulletEnabled val="1"/>
        </dgm:presLayoutVars>
      </dgm:prSet>
      <dgm:spPr/>
    </dgm:pt>
    <dgm:pt modelId="{707D26E0-590B-4BC3-8EE9-865C3F05559A}" type="pres">
      <dgm:prSet presAssocID="{20FB82F9-3025-4BC2-B2D7-B296EC68686B}" presName="sibTrans" presStyleCnt="0"/>
      <dgm:spPr/>
    </dgm:pt>
    <dgm:pt modelId="{7A28056E-6BF7-444A-B3C7-A2AFBA619814}" type="pres">
      <dgm:prSet presAssocID="{49E30050-692D-44CB-ACE8-D4DA3494B1C9}" presName="node" presStyleLbl="node1" presStyleIdx="1" presStyleCnt="4">
        <dgm:presLayoutVars>
          <dgm:bulletEnabled val="1"/>
        </dgm:presLayoutVars>
      </dgm:prSet>
      <dgm:spPr/>
    </dgm:pt>
    <dgm:pt modelId="{0FBD7FD9-583F-4D43-BC65-6313DA3E8FAF}" type="pres">
      <dgm:prSet presAssocID="{A4F5600B-E1D7-4791-B06F-5905189CDAF2}" presName="sibTrans" presStyleCnt="0"/>
      <dgm:spPr/>
    </dgm:pt>
    <dgm:pt modelId="{D838C0BE-90A5-44BB-8960-322D0168CEC0}" type="pres">
      <dgm:prSet presAssocID="{1B449349-637C-45A9-90DB-E4BA1FDF0476}" presName="node" presStyleLbl="node1" presStyleIdx="2" presStyleCnt="4">
        <dgm:presLayoutVars>
          <dgm:bulletEnabled val="1"/>
        </dgm:presLayoutVars>
      </dgm:prSet>
      <dgm:spPr/>
    </dgm:pt>
    <dgm:pt modelId="{BCB04085-4AC1-4200-B802-52D7C0BB3B92}" type="pres">
      <dgm:prSet presAssocID="{3CD953AC-A6AB-43BB-AEA1-03AF1765C374}" presName="sibTrans" presStyleCnt="0"/>
      <dgm:spPr/>
    </dgm:pt>
    <dgm:pt modelId="{04072096-F87E-4D8E-95E1-CB1B8707887E}" type="pres">
      <dgm:prSet presAssocID="{E4F6A4B4-5792-4122-9EFA-B3FB22F42745}" presName="node" presStyleLbl="node1" presStyleIdx="3" presStyleCnt="4">
        <dgm:presLayoutVars>
          <dgm:bulletEnabled val="1"/>
        </dgm:presLayoutVars>
      </dgm:prSet>
      <dgm:spPr/>
    </dgm:pt>
  </dgm:ptLst>
  <dgm:cxnLst>
    <dgm:cxn modelId="{8C771808-1F1F-4786-AE2D-63ED289B1CCA}" type="presOf" srcId="{49E30050-692D-44CB-ACE8-D4DA3494B1C9}" destId="{7A28056E-6BF7-444A-B3C7-A2AFBA619814}" srcOrd="0" destOrd="0" presId="urn:microsoft.com/office/officeart/2005/8/layout/default"/>
    <dgm:cxn modelId="{F40B8312-754D-4A4D-B49A-135FA7E052DD}" type="presOf" srcId="{AFA075C2-A5B6-4089-944D-722FA774510E}" destId="{F09DF26C-C275-4D8B-99E5-513057C3EA92}" srcOrd="0" destOrd="0" presId="urn:microsoft.com/office/officeart/2005/8/layout/default"/>
    <dgm:cxn modelId="{2CC6A51E-9332-4DDC-9004-0E637B0CCF24}" srcId="{AFA075C2-A5B6-4089-944D-722FA774510E}" destId="{1B449349-637C-45A9-90DB-E4BA1FDF0476}" srcOrd="2" destOrd="0" parTransId="{2516873C-6944-4984-A429-FB77A6068E3E}" sibTransId="{3CD953AC-A6AB-43BB-AEA1-03AF1765C374}"/>
    <dgm:cxn modelId="{6273D92D-CD4D-4FE2-8D8A-984E4E99555C}" srcId="{AFA075C2-A5B6-4089-944D-722FA774510E}" destId="{49E30050-692D-44CB-ACE8-D4DA3494B1C9}" srcOrd="1" destOrd="0" parTransId="{FA143361-1015-46D4-82DB-6F1AF898309D}" sibTransId="{A4F5600B-E1D7-4791-B06F-5905189CDAF2}"/>
    <dgm:cxn modelId="{79A79731-995B-43DA-9CD1-C31DCE5DB35B}" srcId="{AFA075C2-A5B6-4089-944D-722FA774510E}" destId="{A939F45E-1690-4FC1-901C-ACC87BF64290}" srcOrd="0" destOrd="0" parTransId="{40B8D97C-8F61-46A7-BCE9-B689924105A4}" sibTransId="{20FB82F9-3025-4BC2-B2D7-B296EC68686B}"/>
    <dgm:cxn modelId="{41966D4F-DFD2-4C4E-832C-B5DB77DFD57B}" type="presOf" srcId="{1B449349-637C-45A9-90DB-E4BA1FDF0476}" destId="{D838C0BE-90A5-44BB-8960-322D0168CEC0}" srcOrd="0" destOrd="0" presId="urn:microsoft.com/office/officeart/2005/8/layout/default"/>
    <dgm:cxn modelId="{A4B05C7A-CECD-4E21-8382-FD338436C094}" srcId="{AFA075C2-A5B6-4089-944D-722FA774510E}" destId="{E4F6A4B4-5792-4122-9EFA-B3FB22F42745}" srcOrd="3" destOrd="0" parTransId="{31FA18DE-A024-4A3C-BB94-0BECDC40B7BF}" sibTransId="{F84B9DFD-5F93-4C07-BEA0-0FFFB1CD13AE}"/>
    <dgm:cxn modelId="{8E797ABD-20D8-424B-B45D-0EAC3A132442}" type="presOf" srcId="{E4F6A4B4-5792-4122-9EFA-B3FB22F42745}" destId="{04072096-F87E-4D8E-95E1-CB1B8707887E}" srcOrd="0" destOrd="0" presId="urn:microsoft.com/office/officeart/2005/8/layout/default"/>
    <dgm:cxn modelId="{7A0B81F2-EFF2-4FF8-998F-7E87F48D7DEA}" type="presOf" srcId="{A939F45E-1690-4FC1-901C-ACC87BF64290}" destId="{7CD37B96-0653-4398-BAB1-E4933FCA23E8}" srcOrd="0" destOrd="0" presId="urn:microsoft.com/office/officeart/2005/8/layout/default"/>
    <dgm:cxn modelId="{AFC00B89-6995-4927-BAB4-3D6CD4CF1995}" type="presParOf" srcId="{F09DF26C-C275-4D8B-99E5-513057C3EA92}" destId="{7CD37B96-0653-4398-BAB1-E4933FCA23E8}" srcOrd="0" destOrd="0" presId="urn:microsoft.com/office/officeart/2005/8/layout/default"/>
    <dgm:cxn modelId="{CE07050B-08F1-43F6-B13C-141EE3320BDF}" type="presParOf" srcId="{F09DF26C-C275-4D8B-99E5-513057C3EA92}" destId="{707D26E0-590B-4BC3-8EE9-865C3F05559A}" srcOrd="1" destOrd="0" presId="urn:microsoft.com/office/officeart/2005/8/layout/default"/>
    <dgm:cxn modelId="{05DA4ED3-CA61-4F74-B743-81809A1E853E}" type="presParOf" srcId="{F09DF26C-C275-4D8B-99E5-513057C3EA92}" destId="{7A28056E-6BF7-444A-B3C7-A2AFBA619814}" srcOrd="2" destOrd="0" presId="urn:microsoft.com/office/officeart/2005/8/layout/default"/>
    <dgm:cxn modelId="{430B3823-5D9A-4635-8E1D-BBB8047A7070}" type="presParOf" srcId="{F09DF26C-C275-4D8B-99E5-513057C3EA92}" destId="{0FBD7FD9-583F-4D43-BC65-6313DA3E8FAF}" srcOrd="3" destOrd="0" presId="urn:microsoft.com/office/officeart/2005/8/layout/default"/>
    <dgm:cxn modelId="{EF8BA8E6-4CCA-4CB3-8FC4-BA642BE91607}" type="presParOf" srcId="{F09DF26C-C275-4D8B-99E5-513057C3EA92}" destId="{D838C0BE-90A5-44BB-8960-322D0168CEC0}" srcOrd="4" destOrd="0" presId="urn:microsoft.com/office/officeart/2005/8/layout/default"/>
    <dgm:cxn modelId="{9276551B-295A-4B97-9DD5-5E11D57465F3}" type="presParOf" srcId="{F09DF26C-C275-4D8B-99E5-513057C3EA92}" destId="{BCB04085-4AC1-4200-B802-52D7C0BB3B92}" srcOrd="5" destOrd="0" presId="urn:microsoft.com/office/officeart/2005/8/layout/default"/>
    <dgm:cxn modelId="{F00AA9EA-2F0D-4D46-AD0C-3907A124D8C1}" type="presParOf" srcId="{F09DF26C-C275-4D8B-99E5-513057C3EA92}" destId="{04072096-F87E-4D8E-95E1-CB1B8707887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hierarchy2" loCatId="hierarchy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A939F45E-1690-4FC1-901C-ACC87BF64290}">
      <dgm:prSet phldrT="[Texto]"/>
      <dgm:spPr/>
      <dgm:t>
        <a:bodyPr/>
        <a:lstStyle/>
        <a:p>
          <a:r>
            <a:rPr lang="es-ES" dirty="0"/>
            <a:t>El objetivo de esta parte del trabajo es</a:t>
          </a:r>
        </a:p>
      </dgm:t>
    </dgm:pt>
    <dgm:pt modelId="{40B8D97C-8F61-46A7-BCE9-B689924105A4}" type="parTrans" cxnId="{79A79731-995B-43DA-9CD1-C31DCE5DB35B}">
      <dgm:prSet/>
      <dgm:spPr/>
      <dgm:t>
        <a:bodyPr/>
        <a:lstStyle/>
        <a:p>
          <a:endParaRPr lang="es-ES"/>
        </a:p>
      </dgm:t>
    </dgm:pt>
    <dgm:pt modelId="{20FB82F9-3025-4BC2-B2D7-B296EC68686B}" type="sibTrans" cxnId="{79A79731-995B-43DA-9CD1-C31DCE5DB35B}">
      <dgm:prSet/>
      <dgm:spPr/>
      <dgm:t>
        <a:bodyPr/>
        <a:lstStyle/>
        <a:p>
          <a:endParaRPr lang="es-ES"/>
        </a:p>
      </dgm:t>
    </dgm:pt>
    <dgm:pt modelId="{6BB92B28-3EF7-48B3-BAEA-41D70C3A0F4E}">
      <dgm:prSet phldrT="[Texto]"/>
      <dgm:spPr/>
      <dgm:t>
        <a:bodyPr/>
        <a:lstStyle/>
        <a:p>
          <a:r>
            <a:rPr lang="es-ES" dirty="0"/>
            <a:t>Definir las estructuras de datos necesarias para el funcionamiento del recomendador</a:t>
          </a:r>
        </a:p>
      </dgm:t>
    </dgm:pt>
    <dgm:pt modelId="{B59E376F-F06C-48C5-9D5F-1F9CD3B4ACEC}" type="parTrans" cxnId="{AF5BA77F-4373-4A99-9C00-C3E100435D60}">
      <dgm:prSet/>
      <dgm:spPr/>
      <dgm:t>
        <a:bodyPr/>
        <a:lstStyle/>
        <a:p>
          <a:endParaRPr lang="es-ES"/>
        </a:p>
      </dgm:t>
    </dgm:pt>
    <dgm:pt modelId="{B75E0E17-7036-46A5-9661-675BA8235D88}" type="sibTrans" cxnId="{AF5BA77F-4373-4A99-9C00-C3E100435D60}">
      <dgm:prSet/>
      <dgm:spPr/>
      <dgm:t>
        <a:bodyPr/>
        <a:lstStyle/>
        <a:p>
          <a:endParaRPr lang="es-ES"/>
        </a:p>
      </dgm:t>
    </dgm:pt>
    <dgm:pt modelId="{557D97C7-F172-443A-A8B8-F09B329E9BF7}">
      <dgm:prSet phldrT="[Texto]"/>
      <dgm:spPr/>
      <dgm:t>
        <a:bodyPr/>
        <a:lstStyle/>
        <a:p>
          <a:r>
            <a:rPr lang="es-ES" dirty="0"/>
            <a:t>Preparar la forma en la que se almacenan los datos de los ficheros del dataset</a:t>
          </a:r>
        </a:p>
      </dgm:t>
    </dgm:pt>
    <dgm:pt modelId="{3FB86ECB-021D-4C04-BFC4-050D4A1CA45A}" type="parTrans" cxnId="{B350E423-3074-480A-88C3-E29EDEBB0C20}">
      <dgm:prSet/>
      <dgm:spPr/>
      <dgm:t>
        <a:bodyPr/>
        <a:lstStyle/>
        <a:p>
          <a:endParaRPr lang="es-ES"/>
        </a:p>
      </dgm:t>
    </dgm:pt>
    <dgm:pt modelId="{27A36267-5E2A-4B89-88F9-D3511F576E2D}" type="sibTrans" cxnId="{B350E423-3074-480A-88C3-E29EDEBB0C20}">
      <dgm:prSet/>
      <dgm:spPr/>
      <dgm:t>
        <a:bodyPr/>
        <a:lstStyle/>
        <a:p>
          <a:endParaRPr lang="es-ES"/>
        </a:p>
      </dgm:t>
    </dgm:pt>
    <dgm:pt modelId="{4F55B205-74AE-4D1E-BE8B-0921CAC550DB}" type="pres">
      <dgm:prSet presAssocID="{AFA075C2-A5B6-4089-944D-722FA774510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28D24F-16C7-49F2-801D-878700093523}" type="pres">
      <dgm:prSet presAssocID="{A939F45E-1690-4FC1-901C-ACC87BF64290}" presName="root1" presStyleCnt="0"/>
      <dgm:spPr/>
    </dgm:pt>
    <dgm:pt modelId="{ABBEAAB8-BB7E-4A70-807A-AFA8872D3CED}" type="pres">
      <dgm:prSet presAssocID="{A939F45E-1690-4FC1-901C-ACC87BF64290}" presName="LevelOneTextNode" presStyleLbl="node0" presStyleIdx="0" presStyleCnt="1">
        <dgm:presLayoutVars>
          <dgm:chPref val="3"/>
        </dgm:presLayoutVars>
      </dgm:prSet>
      <dgm:spPr/>
    </dgm:pt>
    <dgm:pt modelId="{973B1662-CAA7-4D6A-9C62-7B4A322EBE64}" type="pres">
      <dgm:prSet presAssocID="{A939F45E-1690-4FC1-901C-ACC87BF64290}" presName="level2hierChild" presStyleCnt="0"/>
      <dgm:spPr/>
    </dgm:pt>
    <dgm:pt modelId="{24F0082B-F67E-42AF-BF1F-7BEF70378859}" type="pres">
      <dgm:prSet presAssocID="{3FB86ECB-021D-4C04-BFC4-050D4A1CA45A}" presName="conn2-1" presStyleLbl="parChTrans1D2" presStyleIdx="0" presStyleCnt="2"/>
      <dgm:spPr/>
    </dgm:pt>
    <dgm:pt modelId="{4F125E8D-F3D1-4791-9490-E3B43B2DE38C}" type="pres">
      <dgm:prSet presAssocID="{3FB86ECB-021D-4C04-BFC4-050D4A1CA45A}" presName="connTx" presStyleLbl="parChTrans1D2" presStyleIdx="0" presStyleCnt="2"/>
      <dgm:spPr/>
    </dgm:pt>
    <dgm:pt modelId="{3649E13B-8409-4BFB-A202-2E351CD532E8}" type="pres">
      <dgm:prSet presAssocID="{557D97C7-F172-443A-A8B8-F09B329E9BF7}" presName="root2" presStyleCnt="0"/>
      <dgm:spPr/>
    </dgm:pt>
    <dgm:pt modelId="{D8D3B6D3-B7EC-4633-87FA-6808BC7DCDF5}" type="pres">
      <dgm:prSet presAssocID="{557D97C7-F172-443A-A8B8-F09B329E9BF7}" presName="LevelTwoTextNode" presStyleLbl="node2" presStyleIdx="0" presStyleCnt="2">
        <dgm:presLayoutVars>
          <dgm:chPref val="3"/>
        </dgm:presLayoutVars>
      </dgm:prSet>
      <dgm:spPr/>
    </dgm:pt>
    <dgm:pt modelId="{2791BB56-961D-4D34-B651-E2DFB815F5A7}" type="pres">
      <dgm:prSet presAssocID="{557D97C7-F172-443A-A8B8-F09B329E9BF7}" presName="level3hierChild" presStyleCnt="0"/>
      <dgm:spPr/>
    </dgm:pt>
    <dgm:pt modelId="{347AC910-5938-4932-B283-F9B44431C06A}" type="pres">
      <dgm:prSet presAssocID="{B59E376F-F06C-48C5-9D5F-1F9CD3B4ACEC}" presName="conn2-1" presStyleLbl="parChTrans1D2" presStyleIdx="1" presStyleCnt="2"/>
      <dgm:spPr/>
    </dgm:pt>
    <dgm:pt modelId="{6815BB7F-52AA-4E2B-B286-1163D26D5257}" type="pres">
      <dgm:prSet presAssocID="{B59E376F-F06C-48C5-9D5F-1F9CD3B4ACEC}" presName="connTx" presStyleLbl="parChTrans1D2" presStyleIdx="1" presStyleCnt="2"/>
      <dgm:spPr/>
    </dgm:pt>
    <dgm:pt modelId="{74B84558-1F55-489E-92A5-83CB7E0467B8}" type="pres">
      <dgm:prSet presAssocID="{6BB92B28-3EF7-48B3-BAEA-41D70C3A0F4E}" presName="root2" presStyleCnt="0"/>
      <dgm:spPr/>
    </dgm:pt>
    <dgm:pt modelId="{EF15A737-F8FC-40FC-B90E-D086318F10D9}" type="pres">
      <dgm:prSet presAssocID="{6BB92B28-3EF7-48B3-BAEA-41D70C3A0F4E}" presName="LevelTwoTextNode" presStyleLbl="node2" presStyleIdx="1" presStyleCnt="2">
        <dgm:presLayoutVars>
          <dgm:chPref val="3"/>
        </dgm:presLayoutVars>
      </dgm:prSet>
      <dgm:spPr/>
    </dgm:pt>
    <dgm:pt modelId="{B73F118C-C11E-46E0-942D-315372D9DB35}" type="pres">
      <dgm:prSet presAssocID="{6BB92B28-3EF7-48B3-BAEA-41D70C3A0F4E}" presName="level3hierChild" presStyleCnt="0"/>
      <dgm:spPr/>
    </dgm:pt>
  </dgm:ptLst>
  <dgm:cxnLst>
    <dgm:cxn modelId="{0E9BEB15-5654-4A9C-8259-6CC3D59932D8}" type="presOf" srcId="{6BB92B28-3EF7-48B3-BAEA-41D70C3A0F4E}" destId="{EF15A737-F8FC-40FC-B90E-D086318F10D9}" srcOrd="0" destOrd="0" presId="urn:microsoft.com/office/officeart/2005/8/layout/hierarchy2"/>
    <dgm:cxn modelId="{F764B31E-83CA-4774-9D7A-4E929E07D147}" type="presOf" srcId="{3FB86ECB-021D-4C04-BFC4-050D4A1CA45A}" destId="{4F125E8D-F3D1-4791-9490-E3B43B2DE38C}" srcOrd="1" destOrd="0" presId="urn:microsoft.com/office/officeart/2005/8/layout/hierarchy2"/>
    <dgm:cxn modelId="{B350E423-3074-480A-88C3-E29EDEBB0C20}" srcId="{A939F45E-1690-4FC1-901C-ACC87BF64290}" destId="{557D97C7-F172-443A-A8B8-F09B329E9BF7}" srcOrd="0" destOrd="0" parTransId="{3FB86ECB-021D-4C04-BFC4-050D4A1CA45A}" sibTransId="{27A36267-5E2A-4B89-88F9-D3511F576E2D}"/>
    <dgm:cxn modelId="{5DB38D31-9F97-4CD7-8E8C-FDB93D0A3FE3}" type="presOf" srcId="{AFA075C2-A5B6-4089-944D-722FA774510E}" destId="{4F55B205-74AE-4D1E-BE8B-0921CAC550DB}" srcOrd="0" destOrd="0" presId="urn:microsoft.com/office/officeart/2005/8/layout/hierarchy2"/>
    <dgm:cxn modelId="{79A79731-995B-43DA-9CD1-C31DCE5DB35B}" srcId="{AFA075C2-A5B6-4089-944D-722FA774510E}" destId="{A939F45E-1690-4FC1-901C-ACC87BF64290}" srcOrd="0" destOrd="0" parTransId="{40B8D97C-8F61-46A7-BCE9-B689924105A4}" sibTransId="{20FB82F9-3025-4BC2-B2D7-B296EC68686B}"/>
    <dgm:cxn modelId="{228C6544-DFCD-4118-BE5F-021CE94C355C}" type="presOf" srcId="{557D97C7-F172-443A-A8B8-F09B329E9BF7}" destId="{D8D3B6D3-B7EC-4633-87FA-6808BC7DCDF5}" srcOrd="0" destOrd="0" presId="urn:microsoft.com/office/officeart/2005/8/layout/hierarchy2"/>
    <dgm:cxn modelId="{6340067A-30B9-42BE-9712-C94DFBBCD823}" type="presOf" srcId="{B59E376F-F06C-48C5-9D5F-1F9CD3B4ACEC}" destId="{6815BB7F-52AA-4E2B-B286-1163D26D5257}" srcOrd="1" destOrd="0" presId="urn:microsoft.com/office/officeart/2005/8/layout/hierarchy2"/>
    <dgm:cxn modelId="{AF5BA77F-4373-4A99-9C00-C3E100435D60}" srcId="{A939F45E-1690-4FC1-901C-ACC87BF64290}" destId="{6BB92B28-3EF7-48B3-BAEA-41D70C3A0F4E}" srcOrd="1" destOrd="0" parTransId="{B59E376F-F06C-48C5-9D5F-1F9CD3B4ACEC}" sibTransId="{B75E0E17-7036-46A5-9661-675BA8235D88}"/>
    <dgm:cxn modelId="{DC7924C8-F8D4-4B39-9119-B5A7767A3D12}" type="presOf" srcId="{3FB86ECB-021D-4C04-BFC4-050D4A1CA45A}" destId="{24F0082B-F67E-42AF-BF1F-7BEF70378859}" srcOrd="0" destOrd="0" presId="urn:microsoft.com/office/officeart/2005/8/layout/hierarchy2"/>
    <dgm:cxn modelId="{945DAADC-EA79-465F-89C5-23DC0A1C2C08}" type="presOf" srcId="{A939F45E-1690-4FC1-901C-ACC87BF64290}" destId="{ABBEAAB8-BB7E-4A70-807A-AFA8872D3CED}" srcOrd="0" destOrd="0" presId="urn:microsoft.com/office/officeart/2005/8/layout/hierarchy2"/>
    <dgm:cxn modelId="{84DBC6EF-C8C9-4C44-9A63-420F4371243A}" type="presOf" srcId="{B59E376F-F06C-48C5-9D5F-1F9CD3B4ACEC}" destId="{347AC910-5938-4932-B283-F9B44431C06A}" srcOrd="0" destOrd="0" presId="urn:microsoft.com/office/officeart/2005/8/layout/hierarchy2"/>
    <dgm:cxn modelId="{9895E786-00BB-4167-95A8-7BF6E7F8A3EA}" type="presParOf" srcId="{4F55B205-74AE-4D1E-BE8B-0921CAC550DB}" destId="{C828D24F-16C7-49F2-801D-878700093523}" srcOrd="0" destOrd="0" presId="urn:microsoft.com/office/officeart/2005/8/layout/hierarchy2"/>
    <dgm:cxn modelId="{A34D83ED-3624-480D-861A-A7E70439ECD1}" type="presParOf" srcId="{C828D24F-16C7-49F2-801D-878700093523}" destId="{ABBEAAB8-BB7E-4A70-807A-AFA8872D3CED}" srcOrd="0" destOrd="0" presId="urn:microsoft.com/office/officeart/2005/8/layout/hierarchy2"/>
    <dgm:cxn modelId="{87AD048B-A03F-4B04-8EB4-0EDDD898FC23}" type="presParOf" srcId="{C828D24F-16C7-49F2-801D-878700093523}" destId="{973B1662-CAA7-4D6A-9C62-7B4A322EBE64}" srcOrd="1" destOrd="0" presId="urn:microsoft.com/office/officeart/2005/8/layout/hierarchy2"/>
    <dgm:cxn modelId="{BD88D439-09C2-4C2B-B8B7-0D3BB4FD8539}" type="presParOf" srcId="{973B1662-CAA7-4D6A-9C62-7B4A322EBE64}" destId="{24F0082B-F67E-42AF-BF1F-7BEF70378859}" srcOrd="0" destOrd="0" presId="urn:microsoft.com/office/officeart/2005/8/layout/hierarchy2"/>
    <dgm:cxn modelId="{54305234-1528-49E9-B159-66471C1E4978}" type="presParOf" srcId="{24F0082B-F67E-42AF-BF1F-7BEF70378859}" destId="{4F125E8D-F3D1-4791-9490-E3B43B2DE38C}" srcOrd="0" destOrd="0" presId="urn:microsoft.com/office/officeart/2005/8/layout/hierarchy2"/>
    <dgm:cxn modelId="{9D54FE02-8AF8-41D3-BAD4-D4DC107162DB}" type="presParOf" srcId="{973B1662-CAA7-4D6A-9C62-7B4A322EBE64}" destId="{3649E13B-8409-4BFB-A202-2E351CD532E8}" srcOrd="1" destOrd="0" presId="urn:microsoft.com/office/officeart/2005/8/layout/hierarchy2"/>
    <dgm:cxn modelId="{75336719-097F-4EBA-8279-425F6759F912}" type="presParOf" srcId="{3649E13B-8409-4BFB-A202-2E351CD532E8}" destId="{D8D3B6D3-B7EC-4633-87FA-6808BC7DCDF5}" srcOrd="0" destOrd="0" presId="urn:microsoft.com/office/officeart/2005/8/layout/hierarchy2"/>
    <dgm:cxn modelId="{58AD556D-55CB-41F0-8DA8-2A2C63840BCC}" type="presParOf" srcId="{3649E13B-8409-4BFB-A202-2E351CD532E8}" destId="{2791BB56-961D-4D34-B651-E2DFB815F5A7}" srcOrd="1" destOrd="0" presId="urn:microsoft.com/office/officeart/2005/8/layout/hierarchy2"/>
    <dgm:cxn modelId="{C3B42A1A-B18C-436C-A1D2-521D412A3215}" type="presParOf" srcId="{973B1662-CAA7-4D6A-9C62-7B4A322EBE64}" destId="{347AC910-5938-4932-B283-F9B44431C06A}" srcOrd="2" destOrd="0" presId="urn:microsoft.com/office/officeart/2005/8/layout/hierarchy2"/>
    <dgm:cxn modelId="{238894ED-5377-4266-A5B1-E5CBCC37B9D5}" type="presParOf" srcId="{347AC910-5938-4932-B283-F9B44431C06A}" destId="{6815BB7F-52AA-4E2B-B286-1163D26D5257}" srcOrd="0" destOrd="0" presId="urn:microsoft.com/office/officeart/2005/8/layout/hierarchy2"/>
    <dgm:cxn modelId="{7A18726C-9525-4F1C-B2F1-72E0675C0A35}" type="presParOf" srcId="{973B1662-CAA7-4D6A-9C62-7B4A322EBE64}" destId="{74B84558-1F55-489E-92A5-83CB7E0467B8}" srcOrd="3" destOrd="0" presId="urn:microsoft.com/office/officeart/2005/8/layout/hierarchy2"/>
    <dgm:cxn modelId="{427E5A49-F19D-4836-A1AC-23161AED92A9}" type="presParOf" srcId="{74B84558-1F55-489E-92A5-83CB7E0467B8}" destId="{EF15A737-F8FC-40FC-B90E-D086318F10D9}" srcOrd="0" destOrd="0" presId="urn:microsoft.com/office/officeart/2005/8/layout/hierarchy2"/>
    <dgm:cxn modelId="{67DA7AC3-462B-456B-9336-45A52DA62F9B}" type="presParOf" srcId="{74B84558-1F55-489E-92A5-83CB7E0467B8}" destId="{B73F118C-C11E-46E0-942D-315372D9DB3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vList2" loCatId="list" qsTypeId="urn:microsoft.com/office/officeart/2005/8/quickstyle/simple4" qsCatId="simple" csTypeId="urn:microsoft.com/office/officeart/2005/8/colors/accent2_3" csCatId="accent2" phldr="1"/>
      <dgm:spPr/>
      <dgm:t>
        <a:bodyPr/>
        <a:lstStyle/>
        <a:p>
          <a:endParaRPr lang="es-ES"/>
        </a:p>
      </dgm:t>
    </dgm:pt>
    <dgm:pt modelId="{5DA6B1D5-F68F-4925-BA9C-9D9A2FA14A21}">
      <dgm:prSet/>
      <dgm:spPr/>
      <dgm:t>
        <a:bodyPr/>
        <a:lstStyle/>
        <a:p>
          <a:r>
            <a:rPr lang="es-ES" dirty="0"/>
            <a:t>El dataset se ha obtenido del siguiente enlace: https://www.kaggle.com/datasets/rounakbanik/the-movies-dataset</a:t>
          </a:r>
        </a:p>
      </dgm:t>
    </dgm:pt>
    <dgm:pt modelId="{979031D4-8910-4716-8BD4-B154A2D23BE0}" type="parTrans" cxnId="{FF3968F6-FD33-422B-A669-BDAABFE77F71}">
      <dgm:prSet/>
      <dgm:spPr/>
      <dgm:t>
        <a:bodyPr/>
        <a:lstStyle/>
        <a:p>
          <a:endParaRPr lang="es-ES"/>
        </a:p>
      </dgm:t>
    </dgm:pt>
    <dgm:pt modelId="{157C552C-7925-45DB-8355-A5FD44B6C5EB}" type="sibTrans" cxnId="{FF3968F6-FD33-422B-A669-BDAABFE77F71}">
      <dgm:prSet/>
      <dgm:spPr/>
      <dgm:t>
        <a:bodyPr/>
        <a:lstStyle/>
        <a:p>
          <a:endParaRPr lang="es-ES"/>
        </a:p>
      </dgm:t>
    </dgm:pt>
    <dgm:pt modelId="{D2738740-B2E4-43F4-8585-986B5301AA02}">
      <dgm:prSet/>
      <dgm:spPr/>
      <dgm:t>
        <a:bodyPr/>
        <a:lstStyle/>
        <a:p>
          <a:r>
            <a:rPr lang="es-ES" dirty="0"/>
            <a:t>Ambas versiones se basan en películas de </a:t>
          </a:r>
          <a:r>
            <a:rPr lang="es-ES" dirty="0" err="1"/>
            <a:t>Imdb</a:t>
          </a:r>
          <a:endParaRPr lang="es-ES" dirty="0"/>
        </a:p>
      </dgm:t>
    </dgm:pt>
    <dgm:pt modelId="{075787FA-658B-4E8A-8ACD-6FC87877C5F6}" type="parTrans" cxnId="{FE24CD76-5A7D-418A-961C-1E28FB91B5EB}">
      <dgm:prSet/>
      <dgm:spPr/>
      <dgm:t>
        <a:bodyPr/>
        <a:lstStyle/>
        <a:p>
          <a:endParaRPr lang="es-ES"/>
        </a:p>
      </dgm:t>
    </dgm:pt>
    <dgm:pt modelId="{B9AEA92A-8A50-4F8C-9DD1-AA049E61F258}" type="sibTrans" cxnId="{FE24CD76-5A7D-418A-961C-1E28FB91B5EB}">
      <dgm:prSet/>
      <dgm:spPr/>
      <dgm:t>
        <a:bodyPr/>
        <a:lstStyle/>
        <a:p>
          <a:endParaRPr lang="es-ES"/>
        </a:p>
      </dgm:t>
    </dgm:pt>
    <dgm:pt modelId="{6E1BC52A-29A2-4D16-99D6-8236248B3D47}">
      <dgm:prSet/>
      <dgm:spPr/>
      <dgm:t>
        <a:bodyPr/>
        <a:lstStyle/>
        <a:p>
          <a:r>
            <a:rPr lang="es-ES" dirty="0"/>
            <a:t>Se proporcionan dos versiones del dataset</a:t>
          </a:r>
        </a:p>
      </dgm:t>
    </dgm:pt>
    <dgm:pt modelId="{13FC1223-B473-4A67-A93A-14E80F779C44}" type="parTrans" cxnId="{77C4D55B-26C3-46F3-93EC-BABAC23FEE27}">
      <dgm:prSet/>
      <dgm:spPr/>
      <dgm:t>
        <a:bodyPr/>
        <a:lstStyle/>
        <a:p>
          <a:endParaRPr lang="es-ES"/>
        </a:p>
      </dgm:t>
    </dgm:pt>
    <dgm:pt modelId="{74D5F2A2-C1FE-4616-AD64-A6EDAEEA5BF1}" type="sibTrans" cxnId="{77C4D55B-26C3-46F3-93EC-BABAC23FEE27}">
      <dgm:prSet/>
      <dgm:spPr/>
      <dgm:t>
        <a:bodyPr/>
        <a:lstStyle/>
        <a:p>
          <a:endParaRPr lang="es-ES"/>
        </a:p>
      </dgm:t>
    </dgm:pt>
    <dgm:pt modelId="{E462D7B3-E9CA-48D1-B553-843C02930F15}">
      <dgm:prSet/>
      <dgm:spPr/>
      <dgm:t>
        <a:bodyPr/>
        <a:lstStyle/>
        <a:p>
          <a:r>
            <a:rPr lang="es-ES" dirty="0"/>
            <a:t>Original</a:t>
          </a:r>
        </a:p>
      </dgm:t>
    </dgm:pt>
    <dgm:pt modelId="{59AE8834-28C8-49A9-99F7-98FDAA01E45D}" type="parTrans" cxnId="{ECDF8C61-3BE2-4C4F-AC90-287096124E6C}">
      <dgm:prSet/>
      <dgm:spPr/>
      <dgm:t>
        <a:bodyPr/>
        <a:lstStyle/>
        <a:p>
          <a:endParaRPr lang="es-ES"/>
        </a:p>
      </dgm:t>
    </dgm:pt>
    <dgm:pt modelId="{31E46FDB-F659-4E63-8C81-A46A73D38D70}" type="sibTrans" cxnId="{ECDF8C61-3BE2-4C4F-AC90-287096124E6C}">
      <dgm:prSet/>
      <dgm:spPr/>
      <dgm:t>
        <a:bodyPr/>
        <a:lstStyle/>
        <a:p>
          <a:endParaRPr lang="es-ES"/>
        </a:p>
      </dgm:t>
    </dgm:pt>
    <dgm:pt modelId="{20D052C3-A291-400A-ABC7-D1C66B722905}">
      <dgm:prSet/>
      <dgm:spPr/>
      <dgm:t>
        <a:bodyPr/>
        <a:lstStyle/>
        <a:p>
          <a:r>
            <a:rPr lang="es-ES" dirty="0"/>
            <a:t>Procesada: se elimina cierta información y se eliminan películas</a:t>
          </a:r>
        </a:p>
      </dgm:t>
    </dgm:pt>
    <dgm:pt modelId="{451D8850-A21F-4BA6-B623-D6DA81EFE2B6}" type="parTrans" cxnId="{5E0ABE4F-161A-4DFA-AD5D-C19D4B3AD92E}">
      <dgm:prSet/>
      <dgm:spPr/>
      <dgm:t>
        <a:bodyPr/>
        <a:lstStyle/>
        <a:p>
          <a:endParaRPr lang="es-ES"/>
        </a:p>
      </dgm:t>
    </dgm:pt>
    <dgm:pt modelId="{444BFD2B-8540-4302-B98D-D3384897D85C}" type="sibTrans" cxnId="{5E0ABE4F-161A-4DFA-AD5D-C19D4B3AD92E}">
      <dgm:prSet/>
      <dgm:spPr/>
      <dgm:t>
        <a:bodyPr/>
        <a:lstStyle/>
        <a:p>
          <a:endParaRPr lang="es-ES"/>
        </a:p>
      </dgm:t>
    </dgm:pt>
    <dgm:pt modelId="{2FE11203-A912-4123-AEB6-CCF20AB6F8B9}" type="pres">
      <dgm:prSet presAssocID="{AFA075C2-A5B6-4089-944D-722FA774510E}" presName="linear" presStyleCnt="0">
        <dgm:presLayoutVars>
          <dgm:animLvl val="lvl"/>
          <dgm:resizeHandles val="exact"/>
        </dgm:presLayoutVars>
      </dgm:prSet>
      <dgm:spPr/>
    </dgm:pt>
    <dgm:pt modelId="{627EDF89-256F-46BB-8D96-8787708836E4}" type="pres">
      <dgm:prSet presAssocID="{5DA6B1D5-F68F-4925-BA9C-9D9A2FA14A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A44DBC7-0522-414C-ADFA-330C9A212E02}" type="pres">
      <dgm:prSet presAssocID="{157C552C-7925-45DB-8355-A5FD44B6C5EB}" presName="spacer" presStyleCnt="0"/>
      <dgm:spPr/>
    </dgm:pt>
    <dgm:pt modelId="{8912BFBE-CC50-4490-84F3-8922E21099B8}" type="pres">
      <dgm:prSet presAssocID="{6E1BC52A-29A2-4D16-99D6-8236248B3D4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2612A4B-4FBC-45AC-B7AC-E2C334C9942B}" type="pres">
      <dgm:prSet presAssocID="{6E1BC52A-29A2-4D16-99D6-8236248B3D47}" presName="childText" presStyleLbl="revTx" presStyleIdx="0" presStyleCnt="1">
        <dgm:presLayoutVars>
          <dgm:bulletEnabled val="1"/>
        </dgm:presLayoutVars>
      </dgm:prSet>
      <dgm:spPr/>
    </dgm:pt>
    <dgm:pt modelId="{2E5CF2BD-8924-462F-BC7B-A2EA1ABBD158}" type="pres">
      <dgm:prSet presAssocID="{D2738740-B2E4-43F4-8585-986B5301AA0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733130C-AD37-4DCB-B262-807B5B0921DA}" type="presOf" srcId="{20D052C3-A291-400A-ABC7-D1C66B722905}" destId="{42612A4B-4FBC-45AC-B7AC-E2C334C9942B}" srcOrd="0" destOrd="1" presId="urn:microsoft.com/office/officeart/2005/8/layout/vList2"/>
    <dgm:cxn modelId="{E55C8019-EC69-41D1-B658-305F75B28F30}" type="presOf" srcId="{D2738740-B2E4-43F4-8585-986B5301AA02}" destId="{2E5CF2BD-8924-462F-BC7B-A2EA1ABBD158}" srcOrd="0" destOrd="0" presId="urn:microsoft.com/office/officeart/2005/8/layout/vList2"/>
    <dgm:cxn modelId="{77C4D55B-26C3-46F3-93EC-BABAC23FEE27}" srcId="{AFA075C2-A5B6-4089-944D-722FA774510E}" destId="{6E1BC52A-29A2-4D16-99D6-8236248B3D47}" srcOrd="1" destOrd="0" parTransId="{13FC1223-B473-4A67-A93A-14E80F779C44}" sibTransId="{74D5F2A2-C1FE-4616-AD64-A6EDAEEA5BF1}"/>
    <dgm:cxn modelId="{ECDF8C61-3BE2-4C4F-AC90-287096124E6C}" srcId="{6E1BC52A-29A2-4D16-99D6-8236248B3D47}" destId="{E462D7B3-E9CA-48D1-B553-843C02930F15}" srcOrd="0" destOrd="0" parTransId="{59AE8834-28C8-49A9-99F7-98FDAA01E45D}" sibTransId="{31E46FDB-F659-4E63-8C81-A46A73D38D70}"/>
    <dgm:cxn modelId="{5E0ABE4F-161A-4DFA-AD5D-C19D4B3AD92E}" srcId="{6E1BC52A-29A2-4D16-99D6-8236248B3D47}" destId="{20D052C3-A291-400A-ABC7-D1C66B722905}" srcOrd="1" destOrd="0" parTransId="{451D8850-A21F-4BA6-B623-D6DA81EFE2B6}" sibTransId="{444BFD2B-8540-4302-B98D-D3384897D85C}"/>
    <dgm:cxn modelId="{17BAA171-2677-4E33-AA21-7ED7F22DA69F}" type="presOf" srcId="{AFA075C2-A5B6-4089-944D-722FA774510E}" destId="{2FE11203-A912-4123-AEB6-CCF20AB6F8B9}" srcOrd="0" destOrd="0" presId="urn:microsoft.com/office/officeart/2005/8/layout/vList2"/>
    <dgm:cxn modelId="{FE24CD76-5A7D-418A-961C-1E28FB91B5EB}" srcId="{AFA075C2-A5B6-4089-944D-722FA774510E}" destId="{D2738740-B2E4-43F4-8585-986B5301AA02}" srcOrd="2" destOrd="0" parTransId="{075787FA-658B-4E8A-8ACD-6FC87877C5F6}" sibTransId="{B9AEA92A-8A50-4F8C-9DD1-AA049E61F258}"/>
    <dgm:cxn modelId="{50AE8577-58AA-4701-80EC-4B9B6330DC3B}" type="presOf" srcId="{6E1BC52A-29A2-4D16-99D6-8236248B3D47}" destId="{8912BFBE-CC50-4490-84F3-8922E21099B8}" srcOrd="0" destOrd="0" presId="urn:microsoft.com/office/officeart/2005/8/layout/vList2"/>
    <dgm:cxn modelId="{BA800F98-2A15-46F4-A267-D2C4BAE646B2}" type="presOf" srcId="{E462D7B3-E9CA-48D1-B553-843C02930F15}" destId="{42612A4B-4FBC-45AC-B7AC-E2C334C9942B}" srcOrd="0" destOrd="0" presId="urn:microsoft.com/office/officeart/2005/8/layout/vList2"/>
    <dgm:cxn modelId="{BB8C49A4-8ADB-40FE-87D8-DBA131478DF8}" type="presOf" srcId="{5DA6B1D5-F68F-4925-BA9C-9D9A2FA14A21}" destId="{627EDF89-256F-46BB-8D96-8787708836E4}" srcOrd="0" destOrd="0" presId="urn:microsoft.com/office/officeart/2005/8/layout/vList2"/>
    <dgm:cxn modelId="{FF3968F6-FD33-422B-A669-BDAABFE77F71}" srcId="{AFA075C2-A5B6-4089-944D-722FA774510E}" destId="{5DA6B1D5-F68F-4925-BA9C-9D9A2FA14A21}" srcOrd="0" destOrd="0" parTransId="{979031D4-8910-4716-8BD4-B154A2D23BE0}" sibTransId="{157C552C-7925-45DB-8355-A5FD44B6C5EB}"/>
    <dgm:cxn modelId="{D51DF1C5-3E5E-4244-9523-DA69F431F451}" type="presParOf" srcId="{2FE11203-A912-4123-AEB6-CCF20AB6F8B9}" destId="{627EDF89-256F-46BB-8D96-8787708836E4}" srcOrd="0" destOrd="0" presId="urn:microsoft.com/office/officeart/2005/8/layout/vList2"/>
    <dgm:cxn modelId="{0CAC61A0-E383-47DF-8495-022E1C68A369}" type="presParOf" srcId="{2FE11203-A912-4123-AEB6-CCF20AB6F8B9}" destId="{3A44DBC7-0522-414C-ADFA-330C9A212E02}" srcOrd="1" destOrd="0" presId="urn:microsoft.com/office/officeart/2005/8/layout/vList2"/>
    <dgm:cxn modelId="{ABB23B45-3905-40EC-ABCF-356F164BDACD}" type="presParOf" srcId="{2FE11203-A912-4123-AEB6-CCF20AB6F8B9}" destId="{8912BFBE-CC50-4490-84F3-8922E21099B8}" srcOrd="2" destOrd="0" presId="urn:microsoft.com/office/officeart/2005/8/layout/vList2"/>
    <dgm:cxn modelId="{790DAFB9-E4ED-47B9-9FBE-938353E3F90D}" type="presParOf" srcId="{2FE11203-A912-4123-AEB6-CCF20AB6F8B9}" destId="{42612A4B-4FBC-45AC-B7AC-E2C334C9942B}" srcOrd="3" destOrd="0" presId="urn:microsoft.com/office/officeart/2005/8/layout/vList2"/>
    <dgm:cxn modelId="{CA9AD580-309F-4A74-8EEA-245575376C42}" type="presParOf" srcId="{2FE11203-A912-4123-AEB6-CCF20AB6F8B9}" destId="{2E5CF2BD-8924-462F-BC7B-A2EA1ABBD1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vList2" loCatId="list" qsTypeId="urn:microsoft.com/office/officeart/2005/8/quickstyle/simple4" qsCatId="simple" csTypeId="urn:microsoft.com/office/officeart/2005/8/colors/accent3_3" csCatId="accent3" phldr="1"/>
      <dgm:spPr/>
      <dgm:t>
        <a:bodyPr/>
        <a:lstStyle/>
        <a:p>
          <a:endParaRPr lang="es-ES"/>
        </a:p>
      </dgm:t>
    </dgm:pt>
    <dgm:pt modelId="{5DA6B1D5-F68F-4925-BA9C-9D9A2FA14A21}">
      <dgm:prSet/>
      <dgm:spPr/>
      <dgm:t>
        <a:bodyPr/>
        <a:lstStyle/>
        <a:p>
          <a:r>
            <a:rPr lang="es-ES" dirty="0"/>
            <a:t>Ficheros </a:t>
          </a:r>
          <a:r>
            <a:rPr lang="es-ES" dirty="0" err="1"/>
            <a:t>csv</a:t>
          </a:r>
          <a:r>
            <a:rPr lang="es-ES" dirty="0"/>
            <a:t> que contienen parte de los datos del dataset</a:t>
          </a:r>
        </a:p>
      </dgm:t>
    </dgm:pt>
    <dgm:pt modelId="{979031D4-8910-4716-8BD4-B154A2D23BE0}" type="parTrans" cxnId="{FF3968F6-FD33-422B-A669-BDAABFE77F71}">
      <dgm:prSet/>
      <dgm:spPr/>
      <dgm:t>
        <a:bodyPr/>
        <a:lstStyle/>
        <a:p>
          <a:endParaRPr lang="es-ES"/>
        </a:p>
      </dgm:t>
    </dgm:pt>
    <dgm:pt modelId="{157C552C-7925-45DB-8355-A5FD44B6C5EB}" type="sibTrans" cxnId="{FF3968F6-FD33-422B-A669-BDAABFE77F71}">
      <dgm:prSet/>
      <dgm:spPr/>
      <dgm:t>
        <a:bodyPr/>
        <a:lstStyle/>
        <a:p>
          <a:endParaRPr lang="es-ES"/>
        </a:p>
      </dgm:t>
    </dgm:pt>
    <dgm:pt modelId="{040AB74D-5C73-4364-91E7-B8598E09C941}">
      <dgm:prSet/>
      <dgm:spPr/>
      <dgm:t>
        <a:bodyPr/>
        <a:lstStyle/>
        <a:p>
          <a:r>
            <a:rPr lang="es-ES" dirty="0"/>
            <a:t>Se han eliminado las películas de habla no inglesa</a:t>
          </a:r>
        </a:p>
      </dgm:t>
    </dgm:pt>
    <dgm:pt modelId="{0D56590D-CCB5-41A9-9E10-B73F2A63D5FD}" type="parTrans" cxnId="{E85A5E6F-D598-418D-95FF-E2C7956EE851}">
      <dgm:prSet/>
      <dgm:spPr/>
      <dgm:t>
        <a:bodyPr/>
        <a:lstStyle/>
        <a:p>
          <a:endParaRPr lang="es-ES"/>
        </a:p>
      </dgm:t>
    </dgm:pt>
    <dgm:pt modelId="{4E8EBC4F-D7AD-4EBE-84AB-A660FCF9613F}" type="sibTrans" cxnId="{E85A5E6F-D598-418D-95FF-E2C7956EE851}">
      <dgm:prSet/>
      <dgm:spPr/>
      <dgm:t>
        <a:bodyPr/>
        <a:lstStyle/>
        <a:p>
          <a:endParaRPr lang="es-ES"/>
        </a:p>
      </dgm:t>
    </dgm:pt>
    <dgm:pt modelId="{CAA4BEF4-5A02-472F-B173-E5D752ABBB10}">
      <dgm:prSet/>
      <dgm:spPr/>
      <dgm:t>
        <a:bodyPr/>
        <a:lstStyle/>
        <a:p>
          <a:r>
            <a:rPr lang="es-ES" dirty="0"/>
            <a:t>Se han eliminado aquellas películas que no estaban puntuadas</a:t>
          </a:r>
        </a:p>
      </dgm:t>
    </dgm:pt>
    <dgm:pt modelId="{56FBD8A9-55FC-4202-B673-1B514E7C26CE}" type="parTrans" cxnId="{098D1C60-36C7-47B8-B829-5F6E04B8A5FE}">
      <dgm:prSet/>
      <dgm:spPr/>
      <dgm:t>
        <a:bodyPr/>
        <a:lstStyle/>
        <a:p>
          <a:endParaRPr lang="es-ES"/>
        </a:p>
      </dgm:t>
    </dgm:pt>
    <dgm:pt modelId="{88F9E9F4-D082-4856-889A-FBFF3E65FFFD}" type="sibTrans" cxnId="{098D1C60-36C7-47B8-B829-5F6E04B8A5FE}">
      <dgm:prSet/>
      <dgm:spPr/>
      <dgm:t>
        <a:bodyPr/>
        <a:lstStyle/>
        <a:p>
          <a:endParaRPr lang="es-ES"/>
        </a:p>
      </dgm:t>
    </dgm:pt>
    <dgm:pt modelId="{8BB394A1-0739-452B-87CE-473C2B2943DF}">
      <dgm:prSet/>
      <dgm:spPr/>
      <dgm:t>
        <a:bodyPr/>
        <a:lstStyle/>
        <a:p>
          <a:r>
            <a:rPr lang="es-ES" dirty="0"/>
            <a:t>Esto supone que habrá películas que aparezcan en algunos ficheros que no existan en otros</a:t>
          </a:r>
        </a:p>
      </dgm:t>
    </dgm:pt>
    <dgm:pt modelId="{F9DB1160-7660-432D-9CBD-6EA0D172AD41}" type="parTrans" cxnId="{E3B5998F-2EBA-4512-A2A6-107672343972}">
      <dgm:prSet/>
      <dgm:spPr/>
      <dgm:t>
        <a:bodyPr/>
        <a:lstStyle/>
        <a:p>
          <a:endParaRPr lang="es-ES"/>
        </a:p>
      </dgm:t>
    </dgm:pt>
    <dgm:pt modelId="{B54FCB0D-0226-4A53-851D-C4FECF93F126}" type="sibTrans" cxnId="{E3B5998F-2EBA-4512-A2A6-107672343972}">
      <dgm:prSet/>
      <dgm:spPr/>
      <dgm:t>
        <a:bodyPr/>
        <a:lstStyle/>
        <a:p>
          <a:endParaRPr lang="es-ES"/>
        </a:p>
      </dgm:t>
    </dgm:pt>
    <dgm:pt modelId="{21B04078-21D4-411B-9DCB-7D3AECC68A69}">
      <dgm:prSet/>
      <dgm:spPr/>
      <dgm:t>
        <a:bodyPr/>
        <a:lstStyle/>
        <a:p>
          <a:r>
            <a:rPr lang="es-ES" dirty="0"/>
            <a:t>Se recomienda usar la versión procesada</a:t>
          </a:r>
        </a:p>
      </dgm:t>
    </dgm:pt>
    <dgm:pt modelId="{0134E8BA-F4F4-415A-BD48-09328E0C6CAC}" type="parTrans" cxnId="{6887973C-07A2-4530-B4DA-67C0FD8F3E50}">
      <dgm:prSet/>
      <dgm:spPr/>
      <dgm:t>
        <a:bodyPr/>
        <a:lstStyle/>
        <a:p>
          <a:endParaRPr lang="es-ES"/>
        </a:p>
      </dgm:t>
    </dgm:pt>
    <dgm:pt modelId="{11C7CE7D-ECC3-45AF-85BB-3093268AB6C8}" type="sibTrans" cxnId="{6887973C-07A2-4530-B4DA-67C0FD8F3E50}">
      <dgm:prSet/>
      <dgm:spPr/>
      <dgm:t>
        <a:bodyPr/>
        <a:lstStyle/>
        <a:p>
          <a:endParaRPr lang="es-ES"/>
        </a:p>
      </dgm:t>
    </dgm:pt>
    <dgm:pt modelId="{CDDFE09A-5310-44D4-B9F4-685EDF395B19}">
      <dgm:prSet/>
      <dgm:spPr/>
      <dgm:t>
        <a:bodyPr/>
        <a:lstStyle/>
        <a:p>
          <a:r>
            <a:rPr lang="es-ES" dirty="0"/>
            <a:t>Se han eliminado del fichero de </a:t>
          </a:r>
          <a:r>
            <a:rPr lang="es-ES" dirty="0" err="1"/>
            <a:t>keywords</a:t>
          </a:r>
          <a:r>
            <a:rPr lang="es-ES" dirty="0"/>
            <a:t> aquellas películas que no tenían </a:t>
          </a:r>
          <a:r>
            <a:rPr lang="es-ES" dirty="0" err="1"/>
            <a:t>keywords</a:t>
          </a:r>
          <a:r>
            <a:rPr lang="es-ES" dirty="0"/>
            <a:t> o que los </a:t>
          </a:r>
          <a:r>
            <a:rPr lang="es-ES" dirty="0" err="1"/>
            <a:t>keywords</a:t>
          </a:r>
          <a:r>
            <a:rPr lang="es-ES" dirty="0"/>
            <a:t> estaban en idioma diferente al inglés</a:t>
          </a:r>
        </a:p>
      </dgm:t>
    </dgm:pt>
    <dgm:pt modelId="{6A402519-9D42-4C66-BCEB-739274D79981}" type="parTrans" cxnId="{37D0EBA3-B8F7-4F39-8879-2ADDA532235D}">
      <dgm:prSet/>
      <dgm:spPr/>
      <dgm:t>
        <a:bodyPr/>
        <a:lstStyle/>
        <a:p>
          <a:endParaRPr lang="es-ES"/>
        </a:p>
      </dgm:t>
    </dgm:pt>
    <dgm:pt modelId="{669F1A42-A750-48CE-9A84-995F028C23C8}" type="sibTrans" cxnId="{37D0EBA3-B8F7-4F39-8879-2ADDA532235D}">
      <dgm:prSet/>
      <dgm:spPr/>
      <dgm:t>
        <a:bodyPr/>
        <a:lstStyle/>
        <a:p>
          <a:endParaRPr lang="es-ES"/>
        </a:p>
      </dgm:t>
    </dgm:pt>
    <dgm:pt modelId="{EC3E073B-78D8-4FD8-A255-265BF0A70E1F}">
      <dgm:prSet/>
      <dgm:spPr/>
      <dgm:t>
        <a:bodyPr/>
        <a:lstStyle/>
        <a:p>
          <a:r>
            <a:rPr lang="es-ES" dirty="0"/>
            <a:t>No se deben recomendar películas que no estén en el fichero películas.csv</a:t>
          </a:r>
        </a:p>
      </dgm:t>
    </dgm:pt>
    <dgm:pt modelId="{7BB007D7-3732-4147-990E-59FF36F643A8}" type="parTrans" cxnId="{0B876A22-42EA-4F65-822A-A3E855AF7749}">
      <dgm:prSet/>
      <dgm:spPr/>
      <dgm:t>
        <a:bodyPr/>
        <a:lstStyle/>
        <a:p>
          <a:endParaRPr lang="es-ES"/>
        </a:p>
      </dgm:t>
    </dgm:pt>
    <dgm:pt modelId="{B2E8A047-F58B-4FA5-A212-8A39F2CF148F}" type="sibTrans" cxnId="{0B876A22-42EA-4F65-822A-A3E855AF7749}">
      <dgm:prSet/>
      <dgm:spPr/>
      <dgm:t>
        <a:bodyPr/>
        <a:lstStyle/>
        <a:p>
          <a:endParaRPr lang="es-ES"/>
        </a:p>
      </dgm:t>
    </dgm:pt>
    <dgm:pt modelId="{1D6D8777-00E5-400B-857F-9BD66CC20243}">
      <dgm:prSet/>
      <dgm:spPr/>
      <dgm:t>
        <a:bodyPr/>
        <a:lstStyle/>
        <a:p>
          <a:r>
            <a:rPr lang="es-ES" dirty="0"/>
            <a:t>Codificados UTF-8</a:t>
          </a:r>
        </a:p>
      </dgm:t>
    </dgm:pt>
    <dgm:pt modelId="{E9179D00-BDC2-4FD7-A3FE-BD4D989A360E}" type="parTrans" cxnId="{E31AECC4-D616-4F87-88C2-935CC5EE78A9}">
      <dgm:prSet/>
      <dgm:spPr/>
      <dgm:t>
        <a:bodyPr/>
        <a:lstStyle/>
        <a:p>
          <a:endParaRPr lang="es-ES"/>
        </a:p>
      </dgm:t>
    </dgm:pt>
    <dgm:pt modelId="{E5AD8780-EAC9-472E-A0EC-03AB3EB6A761}" type="sibTrans" cxnId="{E31AECC4-D616-4F87-88C2-935CC5EE78A9}">
      <dgm:prSet/>
      <dgm:spPr/>
      <dgm:t>
        <a:bodyPr/>
        <a:lstStyle/>
        <a:p>
          <a:endParaRPr lang="es-ES"/>
        </a:p>
      </dgm:t>
    </dgm:pt>
    <dgm:pt modelId="{2FE11203-A912-4123-AEB6-CCF20AB6F8B9}" type="pres">
      <dgm:prSet presAssocID="{AFA075C2-A5B6-4089-944D-722FA774510E}" presName="linear" presStyleCnt="0">
        <dgm:presLayoutVars>
          <dgm:animLvl val="lvl"/>
          <dgm:resizeHandles val="exact"/>
        </dgm:presLayoutVars>
      </dgm:prSet>
      <dgm:spPr/>
    </dgm:pt>
    <dgm:pt modelId="{D4E5A0F6-A504-414B-971B-30717348C82F}" type="pres">
      <dgm:prSet presAssocID="{21B04078-21D4-411B-9DCB-7D3AECC68A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ECC064-9C6B-4E14-9E59-7B34C1E78D4A}" type="pres">
      <dgm:prSet presAssocID="{11C7CE7D-ECC3-45AF-85BB-3093268AB6C8}" presName="spacer" presStyleCnt="0"/>
      <dgm:spPr/>
    </dgm:pt>
    <dgm:pt modelId="{627EDF89-256F-46BB-8D96-8787708836E4}" type="pres">
      <dgm:prSet presAssocID="{5DA6B1D5-F68F-4925-BA9C-9D9A2FA14A2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137E2A5-4B84-47B8-8804-28EDEC40A770}" type="pres">
      <dgm:prSet presAssocID="{5DA6B1D5-F68F-4925-BA9C-9D9A2FA14A21}" presName="childText" presStyleLbl="revTx" presStyleIdx="0" presStyleCnt="2">
        <dgm:presLayoutVars>
          <dgm:bulletEnabled val="1"/>
        </dgm:presLayoutVars>
      </dgm:prSet>
      <dgm:spPr/>
    </dgm:pt>
    <dgm:pt modelId="{2AAD0D16-0AC4-42A4-A819-66F827F80623}" type="pres">
      <dgm:prSet presAssocID="{8BB394A1-0739-452B-87CE-473C2B2943D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45AB39D-028B-47C7-B12E-AEE9CE6503A8}" type="pres">
      <dgm:prSet presAssocID="{8BB394A1-0739-452B-87CE-473C2B2943D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ABDC902-896B-4F7E-B8A5-A6DB5A38C2AF}" type="presOf" srcId="{CAA4BEF4-5A02-472F-B173-E5D752ABBB10}" destId="{C137E2A5-4B84-47B8-8804-28EDEC40A770}" srcOrd="0" destOrd="1" presId="urn:microsoft.com/office/officeart/2005/8/layout/vList2"/>
    <dgm:cxn modelId="{CC62E90C-B082-4889-A39A-C7B77562B6CB}" type="presOf" srcId="{EC3E073B-78D8-4FD8-A255-265BF0A70E1F}" destId="{345AB39D-028B-47C7-B12E-AEE9CE6503A8}" srcOrd="0" destOrd="0" presId="urn:microsoft.com/office/officeart/2005/8/layout/vList2"/>
    <dgm:cxn modelId="{0B876A22-42EA-4F65-822A-A3E855AF7749}" srcId="{8BB394A1-0739-452B-87CE-473C2B2943DF}" destId="{EC3E073B-78D8-4FD8-A255-265BF0A70E1F}" srcOrd="0" destOrd="0" parTransId="{7BB007D7-3732-4147-990E-59FF36F643A8}" sibTransId="{B2E8A047-F58B-4FA5-A212-8A39F2CF148F}"/>
    <dgm:cxn modelId="{5ED73D2E-558B-4909-BC9E-229CB44A71BB}" type="presOf" srcId="{21B04078-21D4-411B-9DCB-7D3AECC68A69}" destId="{D4E5A0F6-A504-414B-971B-30717348C82F}" srcOrd="0" destOrd="0" presId="urn:microsoft.com/office/officeart/2005/8/layout/vList2"/>
    <dgm:cxn modelId="{6887973C-07A2-4530-B4DA-67C0FD8F3E50}" srcId="{AFA075C2-A5B6-4089-944D-722FA774510E}" destId="{21B04078-21D4-411B-9DCB-7D3AECC68A69}" srcOrd="0" destOrd="0" parTransId="{0134E8BA-F4F4-415A-BD48-09328E0C6CAC}" sibTransId="{11C7CE7D-ECC3-45AF-85BB-3093268AB6C8}"/>
    <dgm:cxn modelId="{7AA6A73D-113A-4B6B-B7D2-018C19E1AE2B}" type="presOf" srcId="{CDDFE09A-5310-44D4-B9F4-685EDF395B19}" destId="{C137E2A5-4B84-47B8-8804-28EDEC40A770}" srcOrd="0" destOrd="2" presId="urn:microsoft.com/office/officeart/2005/8/layout/vList2"/>
    <dgm:cxn modelId="{098D1C60-36C7-47B8-B829-5F6E04B8A5FE}" srcId="{5DA6B1D5-F68F-4925-BA9C-9D9A2FA14A21}" destId="{CAA4BEF4-5A02-472F-B173-E5D752ABBB10}" srcOrd="1" destOrd="0" parTransId="{56FBD8A9-55FC-4202-B673-1B514E7C26CE}" sibTransId="{88F9E9F4-D082-4856-889A-FBFF3E65FFFD}"/>
    <dgm:cxn modelId="{E85A5E6F-D598-418D-95FF-E2C7956EE851}" srcId="{5DA6B1D5-F68F-4925-BA9C-9D9A2FA14A21}" destId="{040AB74D-5C73-4364-91E7-B8598E09C941}" srcOrd="0" destOrd="0" parTransId="{0D56590D-CCB5-41A9-9E10-B73F2A63D5FD}" sibTransId="{4E8EBC4F-D7AD-4EBE-84AB-A660FCF9613F}"/>
    <dgm:cxn modelId="{17BAA171-2677-4E33-AA21-7ED7F22DA69F}" type="presOf" srcId="{AFA075C2-A5B6-4089-944D-722FA774510E}" destId="{2FE11203-A912-4123-AEB6-CCF20AB6F8B9}" srcOrd="0" destOrd="0" presId="urn:microsoft.com/office/officeart/2005/8/layout/vList2"/>
    <dgm:cxn modelId="{E3B5998F-2EBA-4512-A2A6-107672343972}" srcId="{AFA075C2-A5B6-4089-944D-722FA774510E}" destId="{8BB394A1-0739-452B-87CE-473C2B2943DF}" srcOrd="2" destOrd="0" parTransId="{F9DB1160-7660-432D-9CBD-6EA0D172AD41}" sibTransId="{B54FCB0D-0226-4A53-851D-C4FECF93F126}"/>
    <dgm:cxn modelId="{37D0EBA3-B8F7-4F39-8879-2ADDA532235D}" srcId="{5DA6B1D5-F68F-4925-BA9C-9D9A2FA14A21}" destId="{CDDFE09A-5310-44D4-B9F4-685EDF395B19}" srcOrd="2" destOrd="0" parTransId="{6A402519-9D42-4C66-BCEB-739274D79981}" sibTransId="{669F1A42-A750-48CE-9A84-995F028C23C8}"/>
    <dgm:cxn modelId="{BB8C49A4-8ADB-40FE-87D8-DBA131478DF8}" type="presOf" srcId="{5DA6B1D5-F68F-4925-BA9C-9D9A2FA14A21}" destId="{627EDF89-256F-46BB-8D96-8787708836E4}" srcOrd="0" destOrd="0" presId="urn:microsoft.com/office/officeart/2005/8/layout/vList2"/>
    <dgm:cxn modelId="{E31AECC4-D616-4F87-88C2-935CC5EE78A9}" srcId="{5DA6B1D5-F68F-4925-BA9C-9D9A2FA14A21}" destId="{1D6D8777-00E5-400B-857F-9BD66CC20243}" srcOrd="3" destOrd="0" parTransId="{E9179D00-BDC2-4FD7-A3FE-BD4D989A360E}" sibTransId="{E5AD8780-EAC9-472E-A0EC-03AB3EB6A761}"/>
    <dgm:cxn modelId="{96E90CE4-5C70-41E1-AB73-5E594340BDF9}" type="presOf" srcId="{040AB74D-5C73-4364-91E7-B8598E09C941}" destId="{C137E2A5-4B84-47B8-8804-28EDEC40A770}" srcOrd="0" destOrd="0" presId="urn:microsoft.com/office/officeart/2005/8/layout/vList2"/>
    <dgm:cxn modelId="{562475ED-5949-4E7C-AD2A-8426043DB7A1}" type="presOf" srcId="{8BB394A1-0739-452B-87CE-473C2B2943DF}" destId="{2AAD0D16-0AC4-42A4-A819-66F827F80623}" srcOrd="0" destOrd="0" presId="urn:microsoft.com/office/officeart/2005/8/layout/vList2"/>
    <dgm:cxn modelId="{467194ED-F937-4AAF-855D-C007D57A03CB}" type="presOf" srcId="{1D6D8777-00E5-400B-857F-9BD66CC20243}" destId="{C137E2A5-4B84-47B8-8804-28EDEC40A770}" srcOrd="0" destOrd="3" presId="urn:microsoft.com/office/officeart/2005/8/layout/vList2"/>
    <dgm:cxn modelId="{FF3968F6-FD33-422B-A669-BDAABFE77F71}" srcId="{AFA075C2-A5B6-4089-944D-722FA774510E}" destId="{5DA6B1D5-F68F-4925-BA9C-9D9A2FA14A21}" srcOrd="1" destOrd="0" parTransId="{979031D4-8910-4716-8BD4-B154A2D23BE0}" sibTransId="{157C552C-7925-45DB-8355-A5FD44B6C5EB}"/>
    <dgm:cxn modelId="{BB7FBFBB-6654-4B35-85F0-F30D3B322C4A}" type="presParOf" srcId="{2FE11203-A912-4123-AEB6-CCF20AB6F8B9}" destId="{D4E5A0F6-A504-414B-971B-30717348C82F}" srcOrd="0" destOrd="0" presId="urn:microsoft.com/office/officeart/2005/8/layout/vList2"/>
    <dgm:cxn modelId="{03F231C8-1F1B-43D8-87BE-9935179D7DEE}" type="presParOf" srcId="{2FE11203-A912-4123-AEB6-CCF20AB6F8B9}" destId="{68ECC064-9C6B-4E14-9E59-7B34C1E78D4A}" srcOrd="1" destOrd="0" presId="urn:microsoft.com/office/officeart/2005/8/layout/vList2"/>
    <dgm:cxn modelId="{D51DF1C5-3E5E-4244-9523-DA69F431F451}" type="presParOf" srcId="{2FE11203-A912-4123-AEB6-CCF20AB6F8B9}" destId="{627EDF89-256F-46BB-8D96-8787708836E4}" srcOrd="2" destOrd="0" presId="urn:microsoft.com/office/officeart/2005/8/layout/vList2"/>
    <dgm:cxn modelId="{8487412E-A31E-49EF-BC0F-77076D16FC56}" type="presParOf" srcId="{2FE11203-A912-4123-AEB6-CCF20AB6F8B9}" destId="{C137E2A5-4B84-47B8-8804-28EDEC40A770}" srcOrd="3" destOrd="0" presId="urn:microsoft.com/office/officeart/2005/8/layout/vList2"/>
    <dgm:cxn modelId="{5ADE871A-CCA0-4191-887C-A3A848D4061D}" type="presParOf" srcId="{2FE11203-A912-4123-AEB6-CCF20AB6F8B9}" destId="{2AAD0D16-0AC4-42A4-A819-66F827F80623}" srcOrd="4" destOrd="0" presId="urn:microsoft.com/office/officeart/2005/8/layout/vList2"/>
    <dgm:cxn modelId="{C6F5088F-2897-4BA8-8312-7B063B7040E2}" type="presParOf" srcId="{2FE11203-A912-4123-AEB6-CCF20AB6F8B9}" destId="{345AB39D-028B-47C7-B12E-AEE9CE6503A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hList6" loCatId="list" qsTypeId="urn:microsoft.com/office/officeart/2005/8/quickstyle/simple4" qsCatId="simple" csTypeId="urn:microsoft.com/office/officeart/2005/8/colors/accent2_3" csCatId="accent2" phldr="1"/>
      <dgm:spPr/>
      <dgm:t>
        <a:bodyPr/>
        <a:lstStyle/>
        <a:p>
          <a:endParaRPr lang="es-ES"/>
        </a:p>
      </dgm:t>
    </dgm:pt>
    <dgm:pt modelId="{5DA6B1D5-F68F-4925-BA9C-9D9A2FA14A21}">
      <dgm:prSet/>
      <dgm:spPr/>
      <dgm:t>
        <a:bodyPr/>
        <a:lstStyle/>
        <a:p>
          <a:r>
            <a:rPr lang="es-ES" dirty="0"/>
            <a:t>Las películas están clasificadas en 20 géneros</a:t>
          </a:r>
        </a:p>
      </dgm:t>
    </dgm:pt>
    <dgm:pt modelId="{979031D4-8910-4716-8BD4-B154A2D23BE0}" type="parTrans" cxnId="{FF3968F6-FD33-422B-A669-BDAABFE77F71}">
      <dgm:prSet/>
      <dgm:spPr/>
      <dgm:t>
        <a:bodyPr/>
        <a:lstStyle/>
        <a:p>
          <a:endParaRPr lang="es-ES"/>
        </a:p>
      </dgm:t>
    </dgm:pt>
    <dgm:pt modelId="{157C552C-7925-45DB-8355-A5FD44B6C5EB}" type="sibTrans" cxnId="{FF3968F6-FD33-422B-A669-BDAABFE77F71}">
      <dgm:prSet/>
      <dgm:spPr/>
      <dgm:t>
        <a:bodyPr/>
        <a:lstStyle/>
        <a:p>
          <a:endParaRPr lang="es-ES"/>
        </a:p>
      </dgm:t>
    </dgm:pt>
    <dgm:pt modelId="{5866759C-5D57-4CA8-A88C-3DC41DD90103}">
      <dgm:prSet/>
      <dgm:spPr/>
      <dgm:t>
        <a:bodyPr/>
        <a:lstStyle/>
        <a:p>
          <a:r>
            <a:rPr lang="es-ES" dirty="0"/>
            <a:t>El fichero géneros.csv contiene estos datos</a:t>
          </a:r>
        </a:p>
      </dgm:t>
    </dgm:pt>
    <dgm:pt modelId="{DB2E8008-DDC3-4CF8-93A6-15A2594E0F47}" type="parTrans" cxnId="{656F7195-BD77-40C0-B291-C8EA30ADC662}">
      <dgm:prSet/>
      <dgm:spPr/>
      <dgm:t>
        <a:bodyPr/>
        <a:lstStyle/>
        <a:p>
          <a:endParaRPr lang="es-ES"/>
        </a:p>
      </dgm:t>
    </dgm:pt>
    <dgm:pt modelId="{555A2F60-2267-4AD6-9812-850F7CD6967E}" type="sibTrans" cxnId="{656F7195-BD77-40C0-B291-C8EA30ADC662}">
      <dgm:prSet/>
      <dgm:spPr/>
      <dgm:t>
        <a:bodyPr/>
        <a:lstStyle/>
        <a:p>
          <a:endParaRPr lang="es-ES"/>
        </a:p>
      </dgm:t>
    </dgm:pt>
    <dgm:pt modelId="{5D0026D6-0997-4559-8376-048B875CDB2E}">
      <dgm:prSet/>
      <dgm:spPr/>
      <dgm:t>
        <a:bodyPr/>
        <a:lstStyle/>
        <a:p>
          <a:r>
            <a:rPr lang="es-ES" dirty="0"/>
            <a:t>En el fichero aparece</a:t>
          </a:r>
        </a:p>
      </dgm:t>
    </dgm:pt>
    <dgm:pt modelId="{DF8BAAA0-C5F5-48AC-BAA2-6AB018E078B1}" type="parTrans" cxnId="{9923A287-956B-4AC5-A955-79F0AAF2066A}">
      <dgm:prSet/>
      <dgm:spPr/>
      <dgm:t>
        <a:bodyPr/>
        <a:lstStyle/>
        <a:p>
          <a:endParaRPr lang="es-ES"/>
        </a:p>
      </dgm:t>
    </dgm:pt>
    <dgm:pt modelId="{A91118BD-C26F-4561-A2A3-6EBB16FD9738}" type="sibTrans" cxnId="{9923A287-956B-4AC5-A955-79F0AAF2066A}">
      <dgm:prSet/>
      <dgm:spPr/>
      <dgm:t>
        <a:bodyPr/>
        <a:lstStyle/>
        <a:p>
          <a:endParaRPr lang="es-ES"/>
        </a:p>
      </dgm:t>
    </dgm:pt>
    <dgm:pt modelId="{61272054-F42C-42D0-BDD1-8C4BC3771D87}">
      <dgm:prSet/>
      <dgm:spPr/>
      <dgm:t>
        <a:bodyPr/>
        <a:lstStyle/>
        <a:p>
          <a:r>
            <a:rPr lang="es-ES" dirty="0"/>
            <a:t>Identificador en el dataset</a:t>
          </a:r>
        </a:p>
      </dgm:t>
    </dgm:pt>
    <dgm:pt modelId="{70EA801F-EA35-450B-845D-9F2753A8403C}" type="parTrans" cxnId="{0681071C-CE71-4F96-92DA-2820C35AE689}">
      <dgm:prSet/>
      <dgm:spPr/>
      <dgm:t>
        <a:bodyPr/>
        <a:lstStyle/>
        <a:p>
          <a:endParaRPr lang="es-ES"/>
        </a:p>
      </dgm:t>
    </dgm:pt>
    <dgm:pt modelId="{7C865522-21C3-4C7C-A892-FAB98D23676A}" type="sibTrans" cxnId="{0681071C-CE71-4F96-92DA-2820C35AE689}">
      <dgm:prSet/>
      <dgm:spPr/>
      <dgm:t>
        <a:bodyPr/>
        <a:lstStyle/>
        <a:p>
          <a:endParaRPr lang="es-ES"/>
        </a:p>
      </dgm:t>
    </dgm:pt>
    <dgm:pt modelId="{A03B8DFC-0E0E-47C2-9BF7-EE3C926D080F}">
      <dgm:prSet/>
      <dgm:spPr/>
      <dgm:t>
        <a:bodyPr/>
        <a:lstStyle/>
        <a:p>
          <a:r>
            <a:rPr lang="es-ES" dirty="0"/>
            <a:t>Genero en ingles</a:t>
          </a:r>
        </a:p>
      </dgm:t>
    </dgm:pt>
    <dgm:pt modelId="{3AC56D69-0D2E-435A-94AA-B5CEF2F7E385}" type="parTrans" cxnId="{2C07E72C-1798-4DAC-A92E-D603FB9A3187}">
      <dgm:prSet/>
      <dgm:spPr/>
      <dgm:t>
        <a:bodyPr/>
        <a:lstStyle/>
        <a:p>
          <a:endParaRPr lang="es-ES"/>
        </a:p>
      </dgm:t>
    </dgm:pt>
    <dgm:pt modelId="{65C5A97E-3303-429B-B65B-7BF2B0151F13}" type="sibTrans" cxnId="{2C07E72C-1798-4DAC-A92E-D603FB9A3187}">
      <dgm:prSet/>
      <dgm:spPr/>
      <dgm:t>
        <a:bodyPr/>
        <a:lstStyle/>
        <a:p>
          <a:endParaRPr lang="es-ES"/>
        </a:p>
      </dgm:t>
    </dgm:pt>
    <dgm:pt modelId="{3C6D52BE-B70F-4975-B329-49728B47C487}">
      <dgm:prSet/>
      <dgm:spPr/>
      <dgm:t>
        <a:bodyPr/>
        <a:lstStyle/>
        <a:p>
          <a:r>
            <a:rPr lang="es-ES" dirty="0"/>
            <a:t>Género en castellano</a:t>
          </a:r>
        </a:p>
      </dgm:t>
    </dgm:pt>
    <dgm:pt modelId="{C5DE90FB-B9F0-4CC9-AE49-D834D7C19AA0}" type="parTrans" cxnId="{650C0CD7-AA7C-4AEE-B4B6-7A3858178281}">
      <dgm:prSet/>
      <dgm:spPr/>
      <dgm:t>
        <a:bodyPr/>
        <a:lstStyle/>
        <a:p>
          <a:endParaRPr lang="es-ES"/>
        </a:p>
      </dgm:t>
    </dgm:pt>
    <dgm:pt modelId="{CCA10BBB-43AC-45A3-BE25-E42EFBB3BA88}" type="sibTrans" cxnId="{650C0CD7-AA7C-4AEE-B4B6-7A3858178281}">
      <dgm:prSet/>
      <dgm:spPr/>
      <dgm:t>
        <a:bodyPr/>
        <a:lstStyle/>
        <a:p>
          <a:endParaRPr lang="es-ES"/>
        </a:p>
      </dgm:t>
    </dgm:pt>
    <dgm:pt modelId="{38A22E6F-F26D-43CF-A1FC-84CD03DF614D}">
      <dgm:prSet/>
      <dgm:spPr/>
      <dgm:t>
        <a:bodyPr/>
        <a:lstStyle/>
        <a:p>
          <a:r>
            <a:rPr lang="es-ES" dirty="0"/>
            <a:t>Identificador</a:t>
          </a:r>
        </a:p>
      </dgm:t>
    </dgm:pt>
    <dgm:pt modelId="{3CBDEE51-6F27-4A3A-84F4-7DE09686A171}" type="parTrans" cxnId="{D0057438-2271-4A68-B3A8-62C753B54971}">
      <dgm:prSet/>
      <dgm:spPr/>
      <dgm:t>
        <a:bodyPr/>
        <a:lstStyle/>
        <a:p>
          <a:endParaRPr lang="es-ES"/>
        </a:p>
      </dgm:t>
    </dgm:pt>
    <dgm:pt modelId="{911A98F4-6285-4166-A0C0-3379BC933129}" type="sibTrans" cxnId="{D0057438-2271-4A68-B3A8-62C753B54971}">
      <dgm:prSet/>
      <dgm:spPr/>
      <dgm:t>
        <a:bodyPr/>
        <a:lstStyle/>
        <a:p>
          <a:endParaRPr lang="es-ES"/>
        </a:p>
      </dgm:t>
    </dgm:pt>
    <dgm:pt modelId="{50F2AC6A-AEAD-4619-B09F-161310D228EC}" type="pres">
      <dgm:prSet presAssocID="{AFA075C2-A5B6-4089-944D-722FA774510E}" presName="Name0" presStyleCnt="0">
        <dgm:presLayoutVars>
          <dgm:dir/>
          <dgm:resizeHandles val="exact"/>
        </dgm:presLayoutVars>
      </dgm:prSet>
      <dgm:spPr/>
    </dgm:pt>
    <dgm:pt modelId="{B654144E-53DD-4351-8FAE-E1D689AB7BEC}" type="pres">
      <dgm:prSet presAssocID="{5DA6B1D5-F68F-4925-BA9C-9D9A2FA14A21}" presName="node" presStyleLbl="node1" presStyleIdx="0" presStyleCnt="3">
        <dgm:presLayoutVars>
          <dgm:bulletEnabled val="1"/>
        </dgm:presLayoutVars>
      </dgm:prSet>
      <dgm:spPr/>
    </dgm:pt>
    <dgm:pt modelId="{ED8C7F0D-58C3-4021-96C9-D233798CD248}" type="pres">
      <dgm:prSet presAssocID="{157C552C-7925-45DB-8355-A5FD44B6C5EB}" presName="sibTrans" presStyleCnt="0"/>
      <dgm:spPr/>
    </dgm:pt>
    <dgm:pt modelId="{A58AFCD6-E376-444A-8696-B6EB76868185}" type="pres">
      <dgm:prSet presAssocID="{5866759C-5D57-4CA8-A88C-3DC41DD90103}" presName="node" presStyleLbl="node1" presStyleIdx="1" presStyleCnt="3">
        <dgm:presLayoutVars>
          <dgm:bulletEnabled val="1"/>
        </dgm:presLayoutVars>
      </dgm:prSet>
      <dgm:spPr/>
    </dgm:pt>
    <dgm:pt modelId="{C9555810-D527-44C8-969B-AAFC3B54B99A}" type="pres">
      <dgm:prSet presAssocID="{555A2F60-2267-4AD6-9812-850F7CD6967E}" presName="sibTrans" presStyleCnt="0"/>
      <dgm:spPr/>
    </dgm:pt>
    <dgm:pt modelId="{50278B2D-2D77-40DE-8E74-24637C0C67C9}" type="pres">
      <dgm:prSet presAssocID="{5D0026D6-0997-4559-8376-048B875CDB2E}" presName="node" presStyleLbl="node1" presStyleIdx="2" presStyleCnt="3">
        <dgm:presLayoutVars>
          <dgm:bulletEnabled val="1"/>
        </dgm:presLayoutVars>
      </dgm:prSet>
      <dgm:spPr/>
    </dgm:pt>
  </dgm:ptLst>
  <dgm:cxnLst>
    <dgm:cxn modelId="{ABD8A812-6135-4586-BFB6-27415D56B6C1}" type="presOf" srcId="{5D0026D6-0997-4559-8376-048B875CDB2E}" destId="{50278B2D-2D77-40DE-8E74-24637C0C67C9}" srcOrd="0" destOrd="0" presId="urn:microsoft.com/office/officeart/2005/8/layout/hList6"/>
    <dgm:cxn modelId="{0681071C-CE71-4F96-92DA-2820C35AE689}" srcId="{5D0026D6-0997-4559-8376-048B875CDB2E}" destId="{61272054-F42C-42D0-BDD1-8C4BC3771D87}" srcOrd="1" destOrd="0" parTransId="{70EA801F-EA35-450B-845D-9F2753A8403C}" sibTransId="{7C865522-21C3-4C7C-A892-FAB98D23676A}"/>
    <dgm:cxn modelId="{2C07E72C-1798-4DAC-A92E-D603FB9A3187}" srcId="{5D0026D6-0997-4559-8376-048B875CDB2E}" destId="{A03B8DFC-0E0E-47C2-9BF7-EE3C926D080F}" srcOrd="2" destOrd="0" parTransId="{3AC56D69-0D2E-435A-94AA-B5CEF2F7E385}" sibTransId="{65C5A97E-3303-429B-B65B-7BF2B0151F13}"/>
    <dgm:cxn modelId="{D0057438-2271-4A68-B3A8-62C753B54971}" srcId="{5D0026D6-0997-4559-8376-048B875CDB2E}" destId="{38A22E6F-F26D-43CF-A1FC-84CD03DF614D}" srcOrd="0" destOrd="0" parTransId="{3CBDEE51-6F27-4A3A-84F4-7DE09686A171}" sibTransId="{911A98F4-6285-4166-A0C0-3379BC933129}"/>
    <dgm:cxn modelId="{ACEBC13D-05E9-41C8-9FF3-C21E0BDE6B7A}" type="presOf" srcId="{38A22E6F-F26D-43CF-A1FC-84CD03DF614D}" destId="{50278B2D-2D77-40DE-8E74-24637C0C67C9}" srcOrd="0" destOrd="1" presId="urn:microsoft.com/office/officeart/2005/8/layout/hList6"/>
    <dgm:cxn modelId="{20084665-C87D-42C1-BCFF-38C95D542CA3}" type="presOf" srcId="{5866759C-5D57-4CA8-A88C-3DC41DD90103}" destId="{A58AFCD6-E376-444A-8696-B6EB76868185}" srcOrd="0" destOrd="0" presId="urn:microsoft.com/office/officeart/2005/8/layout/hList6"/>
    <dgm:cxn modelId="{D6CA816C-C845-4C5C-96D7-A7987891B73F}" type="presOf" srcId="{3C6D52BE-B70F-4975-B329-49728B47C487}" destId="{50278B2D-2D77-40DE-8E74-24637C0C67C9}" srcOrd="0" destOrd="4" presId="urn:microsoft.com/office/officeart/2005/8/layout/hList6"/>
    <dgm:cxn modelId="{2F4E9375-E46A-4EF8-A7B8-7C5BB4C538B3}" type="presOf" srcId="{A03B8DFC-0E0E-47C2-9BF7-EE3C926D080F}" destId="{50278B2D-2D77-40DE-8E74-24637C0C67C9}" srcOrd="0" destOrd="3" presId="urn:microsoft.com/office/officeart/2005/8/layout/hList6"/>
    <dgm:cxn modelId="{30344983-19EC-4762-9803-0F9C4D53FED5}" type="presOf" srcId="{61272054-F42C-42D0-BDD1-8C4BC3771D87}" destId="{50278B2D-2D77-40DE-8E74-24637C0C67C9}" srcOrd="0" destOrd="2" presId="urn:microsoft.com/office/officeart/2005/8/layout/hList6"/>
    <dgm:cxn modelId="{9923A287-956B-4AC5-A955-79F0AAF2066A}" srcId="{AFA075C2-A5B6-4089-944D-722FA774510E}" destId="{5D0026D6-0997-4559-8376-048B875CDB2E}" srcOrd="2" destOrd="0" parTransId="{DF8BAAA0-C5F5-48AC-BAA2-6AB018E078B1}" sibTransId="{A91118BD-C26F-4561-A2A3-6EBB16FD9738}"/>
    <dgm:cxn modelId="{656F7195-BD77-40C0-B291-C8EA30ADC662}" srcId="{AFA075C2-A5B6-4089-944D-722FA774510E}" destId="{5866759C-5D57-4CA8-A88C-3DC41DD90103}" srcOrd="1" destOrd="0" parTransId="{DB2E8008-DDC3-4CF8-93A6-15A2594E0F47}" sibTransId="{555A2F60-2267-4AD6-9812-850F7CD6967E}"/>
    <dgm:cxn modelId="{471A57BB-F7BA-4708-9D5B-383D941E5922}" type="presOf" srcId="{AFA075C2-A5B6-4089-944D-722FA774510E}" destId="{50F2AC6A-AEAD-4619-B09F-161310D228EC}" srcOrd="0" destOrd="0" presId="urn:microsoft.com/office/officeart/2005/8/layout/hList6"/>
    <dgm:cxn modelId="{23EC4CCF-2E5E-474F-833C-F219D11C4A22}" type="presOf" srcId="{5DA6B1D5-F68F-4925-BA9C-9D9A2FA14A21}" destId="{B654144E-53DD-4351-8FAE-E1D689AB7BEC}" srcOrd="0" destOrd="0" presId="urn:microsoft.com/office/officeart/2005/8/layout/hList6"/>
    <dgm:cxn modelId="{650C0CD7-AA7C-4AEE-B4B6-7A3858178281}" srcId="{5D0026D6-0997-4559-8376-048B875CDB2E}" destId="{3C6D52BE-B70F-4975-B329-49728B47C487}" srcOrd="3" destOrd="0" parTransId="{C5DE90FB-B9F0-4CC9-AE49-D834D7C19AA0}" sibTransId="{CCA10BBB-43AC-45A3-BE25-E42EFBB3BA88}"/>
    <dgm:cxn modelId="{FF3968F6-FD33-422B-A669-BDAABFE77F71}" srcId="{AFA075C2-A5B6-4089-944D-722FA774510E}" destId="{5DA6B1D5-F68F-4925-BA9C-9D9A2FA14A21}" srcOrd="0" destOrd="0" parTransId="{979031D4-8910-4716-8BD4-B154A2D23BE0}" sibTransId="{157C552C-7925-45DB-8355-A5FD44B6C5EB}"/>
    <dgm:cxn modelId="{8DFAC5A7-3197-44A7-ABAE-67C37D07F393}" type="presParOf" srcId="{50F2AC6A-AEAD-4619-B09F-161310D228EC}" destId="{B654144E-53DD-4351-8FAE-E1D689AB7BEC}" srcOrd="0" destOrd="0" presId="urn:microsoft.com/office/officeart/2005/8/layout/hList6"/>
    <dgm:cxn modelId="{A8CF6E92-3AB8-4C00-802C-2BBA37E9C945}" type="presParOf" srcId="{50F2AC6A-AEAD-4619-B09F-161310D228EC}" destId="{ED8C7F0D-58C3-4021-96C9-D233798CD248}" srcOrd="1" destOrd="0" presId="urn:microsoft.com/office/officeart/2005/8/layout/hList6"/>
    <dgm:cxn modelId="{381FF7C9-9147-45DF-88C6-34E91F8906C1}" type="presParOf" srcId="{50F2AC6A-AEAD-4619-B09F-161310D228EC}" destId="{A58AFCD6-E376-444A-8696-B6EB76868185}" srcOrd="2" destOrd="0" presId="urn:microsoft.com/office/officeart/2005/8/layout/hList6"/>
    <dgm:cxn modelId="{735F1F4C-5374-4E1E-9EBB-AAB5034D2BF7}" type="presParOf" srcId="{50F2AC6A-AEAD-4619-B09F-161310D228EC}" destId="{C9555810-D527-44C8-969B-AAFC3B54B99A}" srcOrd="3" destOrd="0" presId="urn:microsoft.com/office/officeart/2005/8/layout/hList6"/>
    <dgm:cxn modelId="{E52830F6-62BA-4E97-92BA-EE6BF8BDC012}" type="presParOf" srcId="{50F2AC6A-AEAD-4619-B09F-161310D228EC}" destId="{50278B2D-2D77-40DE-8E74-24637C0C67C9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hList6" loCatId="list" qsTypeId="urn:microsoft.com/office/officeart/2005/8/quickstyle/simple4" qsCatId="simple" csTypeId="urn:microsoft.com/office/officeart/2005/8/colors/accent4_3" csCatId="accent4" phldr="1"/>
      <dgm:spPr/>
      <dgm:t>
        <a:bodyPr/>
        <a:lstStyle/>
        <a:p>
          <a:endParaRPr lang="es-ES"/>
        </a:p>
      </dgm:t>
    </dgm:pt>
    <dgm:pt modelId="{5DA6B1D5-F68F-4925-BA9C-9D9A2FA14A21}">
      <dgm:prSet/>
      <dgm:spPr/>
      <dgm:t>
        <a:bodyPr/>
        <a:lstStyle/>
        <a:p>
          <a:r>
            <a:rPr lang="es-ES" dirty="0"/>
            <a:t>Además, las películas tienen asociadas etiquetas que han dado los usuarios</a:t>
          </a:r>
        </a:p>
      </dgm:t>
    </dgm:pt>
    <dgm:pt modelId="{979031D4-8910-4716-8BD4-B154A2D23BE0}" type="parTrans" cxnId="{FF3968F6-FD33-422B-A669-BDAABFE77F71}">
      <dgm:prSet/>
      <dgm:spPr/>
      <dgm:t>
        <a:bodyPr/>
        <a:lstStyle/>
        <a:p>
          <a:endParaRPr lang="es-ES"/>
        </a:p>
      </dgm:t>
    </dgm:pt>
    <dgm:pt modelId="{157C552C-7925-45DB-8355-A5FD44B6C5EB}" type="sibTrans" cxnId="{FF3968F6-FD33-422B-A669-BDAABFE77F71}">
      <dgm:prSet/>
      <dgm:spPr/>
      <dgm:t>
        <a:bodyPr/>
        <a:lstStyle/>
        <a:p>
          <a:endParaRPr lang="es-ES"/>
        </a:p>
      </dgm:t>
    </dgm:pt>
    <dgm:pt modelId="{493DDDF9-B812-4A54-9325-A8C3182ECB10}">
      <dgm:prSet/>
      <dgm:spPr/>
      <dgm:t>
        <a:bodyPr/>
        <a:lstStyle/>
        <a:p>
          <a:r>
            <a:rPr lang="es-ES" dirty="0"/>
            <a:t>Se encuentran en el fichero </a:t>
          </a:r>
          <a:r>
            <a: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keyword.csv</a:t>
          </a:r>
        </a:p>
      </dgm:t>
    </dgm:pt>
    <dgm:pt modelId="{FA7780DC-57AE-4BF8-A4B9-BF1ABDD231E1}" type="parTrans" cxnId="{CB765816-CFD1-4A91-9E59-4088F9258220}">
      <dgm:prSet/>
      <dgm:spPr/>
      <dgm:t>
        <a:bodyPr/>
        <a:lstStyle/>
        <a:p>
          <a:endParaRPr lang="es-ES"/>
        </a:p>
      </dgm:t>
    </dgm:pt>
    <dgm:pt modelId="{A7D2752F-F99A-4F71-AB3D-032648C5F9A6}" type="sibTrans" cxnId="{CB765816-CFD1-4A91-9E59-4088F9258220}">
      <dgm:prSet/>
      <dgm:spPr/>
      <dgm:t>
        <a:bodyPr/>
        <a:lstStyle/>
        <a:p>
          <a:endParaRPr lang="es-ES"/>
        </a:p>
      </dgm:t>
    </dgm:pt>
    <dgm:pt modelId="{80CDA298-DF04-453D-BBA6-DCAD4405751D}">
      <dgm:prSet/>
      <dgm:spPr/>
      <dgm:t>
        <a:bodyPr/>
        <a:lstStyle/>
        <a:p>
          <a:r>
            <a:rPr lang="es-ES" dirty="0"/>
            <a:t>No todas las películas tienen etiquetas</a:t>
          </a:r>
        </a:p>
      </dgm:t>
    </dgm:pt>
    <dgm:pt modelId="{E16DE978-E3D3-4907-BE23-483E29506DFA}" type="parTrans" cxnId="{8D6BC63F-E133-43E5-B3DF-28BB4B01F6F8}">
      <dgm:prSet/>
      <dgm:spPr/>
      <dgm:t>
        <a:bodyPr/>
        <a:lstStyle/>
        <a:p>
          <a:endParaRPr lang="es-ES"/>
        </a:p>
      </dgm:t>
    </dgm:pt>
    <dgm:pt modelId="{B4C54CEB-E6B5-4307-8787-8EB90F6A3457}" type="sibTrans" cxnId="{8D6BC63F-E133-43E5-B3DF-28BB4B01F6F8}">
      <dgm:prSet/>
      <dgm:spPr/>
      <dgm:t>
        <a:bodyPr/>
        <a:lstStyle/>
        <a:p>
          <a:endParaRPr lang="es-ES"/>
        </a:p>
      </dgm:t>
    </dgm:pt>
    <dgm:pt modelId="{0F198A3D-18C9-4184-8F65-6574BC7E9D7E}">
      <dgm:prSet/>
      <dgm:spPr/>
      <dgm:t>
        <a:bodyPr/>
        <a:lstStyle/>
        <a:p>
          <a:r>
            <a:rPr lang="es-ES" dirty="0"/>
            <a:t>Cada película tiene un máximo de 12 etiquetas (en el dataset original hay más)</a:t>
          </a:r>
        </a:p>
      </dgm:t>
    </dgm:pt>
    <dgm:pt modelId="{7FF75A8F-921F-4C05-8CEA-0A7D71A332E6}" type="parTrans" cxnId="{21B5BC07-0DC1-4D23-B135-5A0C914B793F}">
      <dgm:prSet/>
      <dgm:spPr/>
      <dgm:t>
        <a:bodyPr/>
        <a:lstStyle/>
        <a:p>
          <a:endParaRPr lang="es-ES"/>
        </a:p>
      </dgm:t>
    </dgm:pt>
    <dgm:pt modelId="{8FDB66B4-FF87-497C-9AB9-7C615F3C14D3}" type="sibTrans" cxnId="{21B5BC07-0DC1-4D23-B135-5A0C914B793F}">
      <dgm:prSet/>
      <dgm:spPr/>
      <dgm:t>
        <a:bodyPr/>
        <a:lstStyle/>
        <a:p>
          <a:endParaRPr lang="es-ES"/>
        </a:p>
      </dgm:t>
    </dgm:pt>
    <dgm:pt modelId="{2F440D5A-E9E3-48C4-8DAE-C0C1C584C872}">
      <dgm:prSet/>
      <dgm:spPr/>
      <dgm:t>
        <a:bodyPr/>
        <a:lstStyle/>
        <a:p>
          <a:r>
            <a:rPr lang="es-ES" dirty="0"/>
            <a:t>El fichero contiene</a:t>
          </a:r>
        </a:p>
      </dgm:t>
    </dgm:pt>
    <dgm:pt modelId="{14DA2C48-C1A5-40B5-ADA0-48540B1A08FE}" type="parTrans" cxnId="{8B4C28AB-229F-4B3A-9125-F6F200A026A9}">
      <dgm:prSet/>
      <dgm:spPr/>
      <dgm:t>
        <a:bodyPr/>
        <a:lstStyle/>
        <a:p>
          <a:endParaRPr lang="es-ES"/>
        </a:p>
      </dgm:t>
    </dgm:pt>
    <dgm:pt modelId="{8F9A0C57-B217-48C3-8F7F-EF383E5454E5}" type="sibTrans" cxnId="{8B4C28AB-229F-4B3A-9125-F6F200A026A9}">
      <dgm:prSet/>
      <dgm:spPr/>
      <dgm:t>
        <a:bodyPr/>
        <a:lstStyle/>
        <a:p>
          <a:endParaRPr lang="es-ES"/>
        </a:p>
      </dgm:t>
    </dgm:pt>
    <dgm:pt modelId="{24EFF1BE-5D94-434B-AD70-E6A3747315F0}">
      <dgm:prSet/>
      <dgm:spPr/>
      <dgm:t>
        <a:bodyPr/>
        <a:lstStyle/>
        <a:p>
          <a:r>
            <a:rPr lang="es-ES" dirty="0"/>
            <a:t>Código de la película</a:t>
          </a:r>
        </a:p>
      </dgm:t>
    </dgm:pt>
    <dgm:pt modelId="{0DB9D36E-8685-4332-BF19-0E8CBEBC46EF}" type="parTrans" cxnId="{CECDFB36-2202-4207-9822-8D7A779951B7}">
      <dgm:prSet/>
      <dgm:spPr/>
      <dgm:t>
        <a:bodyPr/>
        <a:lstStyle/>
        <a:p>
          <a:endParaRPr lang="es-ES"/>
        </a:p>
      </dgm:t>
    </dgm:pt>
    <dgm:pt modelId="{34E1419F-5372-493F-A84B-F4CF757767D2}" type="sibTrans" cxnId="{CECDFB36-2202-4207-9822-8D7A779951B7}">
      <dgm:prSet/>
      <dgm:spPr/>
      <dgm:t>
        <a:bodyPr/>
        <a:lstStyle/>
        <a:p>
          <a:endParaRPr lang="es-ES"/>
        </a:p>
      </dgm:t>
    </dgm:pt>
    <dgm:pt modelId="{D201605D-7207-475A-A802-633ED8349011}">
      <dgm:prSet/>
      <dgm:spPr/>
      <dgm:t>
        <a:bodyPr/>
        <a:lstStyle/>
        <a:p>
          <a:r>
            <a:rPr lang="es-ES" dirty="0" err="1"/>
            <a:t>Nº</a:t>
          </a:r>
          <a:r>
            <a:rPr lang="es-ES" dirty="0"/>
            <a:t> de etiquetas</a:t>
          </a:r>
        </a:p>
      </dgm:t>
    </dgm:pt>
    <dgm:pt modelId="{F5B04BF1-4433-4C40-9731-ACC7EDEAF76A}" type="parTrans" cxnId="{40C12764-E9A6-4017-A4A1-5A17CB890B05}">
      <dgm:prSet/>
      <dgm:spPr/>
      <dgm:t>
        <a:bodyPr/>
        <a:lstStyle/>
        <a:p>
          <a:endParaRPr lang="es-ES"/>
        </a:p>
      </dgm:t>
    </dgm:pt>
    <dgm:pt modelId="{F2AE0DEA-6E64-4857-9919-CB1BFFCDD79D}" type="sibTrans" cxnId="{40C12764-E9A6-4017-A4A1-5A17CB890B05}">
      <dgm:prSet/>
      <dgm:spPr/>
      <dgm:t>
        <a:bodyPr/>
        <a:lstStyle/>
        <a:p>
          <a:endParaRPr lang="es-ES"/>
        </a:p>
      </dgm:t>
    </dgm:pt>
    <dgm:pt modelId="{00356B67-9766-4825-AA70-A0F8F91F8E82}">
      <dgm:prSet/>
      <dgm:spPr/>
      <dgm:t>
        <a:bodyPr/>
        <a:lstStyle/>
        <a:p>
          <a:r>
            <a:rPr lang="es-ES" dirty="0"/>
            <a:t>Tantas columnas como etiquetas</a:t>
          </a:r>
        </a:p>
      </dgm:t>
    </dgm:pt>
    <dgm:pt modelId="{4ED1236F-21B7-4C5C-AC77-B8D546D1CB01}" type="parTrans" cxnId="{0F1F46EB-59BD-45FF-B076-71F7EAF82A8F}">
      <dgm:prSet/>
      <dgm:spPr/>
      <dgm:t>
        <a:bodyPr/>
        <a:lstStyle/>
        <a:p>
          <a:endParaRPr lang="es-ES"/>
        </a:p>
      </dgm:t>
    </dgm:pt>
    <dgm:pt modelId="{B33BA8BF-06FC-4503-8360-6F8277662821}" type="sibTrans" cxnId="{0F1F46EB-59BD-45FF-B076-71F7EAF82A8F}">
      <dgm:prSet/>
      <dgm:spPr/>
      <dgm:t>
        <a:bodyPr/>
        <a:lstStyle/>
        <a:p>
          <a:endParaRPr lang="es-ES"/>
        </a:p>
      </dgm:t>
    </dgm:pt>
    <dgm:pt modelId="{A98C44A9-8E8D-490A-9522-3B0CDC90A779}" type="pres">
      <dgm:prSet presAssocID="{AFA075C2-A5B6-4089-944D-722FA774510E}" presName="Name0" presStyleCnt="0">
        <dgm:presLayoutVars>
          <dgm:dir/>
          <dgm:resizeHandles val="exact"/>
        </dgm:presLayoutVars>
      </dgm:prSet>
      <dgm:spPr/>
    </dgm:pt>
    <dgm:pt modelId="{DAA65F9C-1BFA-4C93-8952-67E09D187FA1}" type="pres">
      <dgm:prSet presAssocID="{5DA6B1D5-F68F-4925-BA9C-9D9A2FA14A21}" presName="node" presStyleLbl="node1" presStyleIdx="0" presStyleCnt="5">
        <dgm:presLayoutVars>
          <dgm:bulletEnabled val="1"/>
        </dgm:presLayoutVars>
      </dgm:prSet>
      <dgm:spPr/>
    </dgm:pt>
    <dgm:pt modelId="{FC5A90AC-D2B4-42C9-ADC7-25E9F3C31370}" type="pres">
      <dgm:prSet presAssocID="{157C552C-7925-45DB-8355-A5FD44B6C5EB}" presName="sibTrans" presStyleCnt="0"/>
      <dgm:spPr/>
    </dgm:pt>
    <dgm:pt modelId="{F5D5517E-31AB-4FC2-8926-6554431C7AAA}" type="pres">
      <dgm:prSet presAssocID="{493DDDF9-B812-4A54-9325-A8C3182ECB10}" presName="node" presStyleLbl="node1" presStyleIdx="1" presStyleCnt="5">
        <dgm:presLayoutVars>
          <dgm:bulletEnabled val="1"/>
        </dgm:presLayoutVars>
      </dgm:prSet>
      <dgm:spPr/>
    </dgm:pt>
    <dgm:pt modelId="{1F99CC14-860F-4B53-AEBF-6A128A8773D1}" type="pres">
      <dgm:prSet presAssocID="{A7D2752F-F99A-4F71-AB3D-032648C5F9A6}" presName="sibTrans" presStyleCnt="0"/>
      <dgm:spPr/>
    </dgm:pt>
    <dgm:pt modelId="{6D58C390-9BA1-4323-9B23-0F81728DE63E}" type="pres">
      <dgm:prSet presAssocID="{80CDA298-DF04-453D-BBA6-DCAD4405751D}" presName="node" presStyleLbl="node1" presStyleIdx="2" presStyleCnt="5">
        <dgm:presLayoutVars>
          <dgm:bulletEnabled val="1"/>
        </dgm:presLayoutVars>
      </dgm:prSet>
      <dgm:spPr/>
    </dgm:pt>
    <dgm:pt modelId="{4BA8897C-DA38-497E-BBCA-AAD2B35C8452}" type="pres">
      <dgm:prSet presAssocID="{B4C54CEB-E6B5-4307-8787-8EB90F6A3457}" presName="sibTrans" presStyleCnt="0"/>
      <dgm:spPr/>
    </dgm:pt>
    <dgm:pt modelId="{926A6937-F9B5-4820-A9F6-B7B463FAABA8}" type="pres">
      <dgm:prSet presAssocID="{0F198A3D-18C9-4184-8F65-6574BC7E9D7E}" presName="node" presStyleLbl="node1" presStyleIdx="3" presStyleCnt="5">
        <dgm:presLayoutVars>
          <dgm:bulletEnabled val="1"/>
        </dgm:presLayoutVars>
      </dgm:prSet>
      <dgm:spPr/>
    </dgm:pt>
    <dgm:pt modelId="{8712980C-D8BC-4346-A8FF-8CD5A87E883B}" type="pres">
      <dgm:prSet presAssocID="{8FDB66B4-FF87-497C-9AB9-7C615F3C14D3}" presName="sibTrans" presStyleCnt="0"/>
      <dgm:spPr/>
    </dgm:pt>
    <dgm:pt modelId="{E721B9CF-0C97-4F8F-A6F7-AD3B657967B6}" type="pres">
      <dgm:prSet presAssocID="{2F440D5A-E9E3-48C4-8DAE-C0C1C584C872}" presName="node" presStyleLbl="node1" presStyleIdx="4" presStyleCnt="5">
        <dgm:presLayoutVars>
          <dgm:bulletEnabled val="1"/>
        </dgm:presLayoutVars>
      </dgm:prSet>
      <dgm:spPr/>
    </dgm:pt>
  </dgm:ptLst>
  <dgm:cxnLst>
    <dgm:cxn modelId="{58A8F502-3018-4B0F-BE75-3D49C48C3F05}" type="presOf" srcId="{AFA075C2-A5B6-4089-944D-722FA774510E}" destId="{A98C44A9-8E8D-490A-9522-3B0CDC90A779}" srcOrd="0" destOrd="0" presId="urn:microsoft.com/office/officeart/2005/8/layout/hList6"/>
    <dgm:cxn modelId="{21B5BC07-0DC1-4D23-B135-5A0C914B793F}" srcId="{AFA075C2-A5B6-4089-944D-722FA774510E}" destId="{0F198A3D-18C9-4184-8F65-6574BC7E9D7E}" srcOrd="3" destOrd="0" parTransId="{7FF75A8F-921F-4C05-8CEA-0A7D71A332E6}" sibTransId="{8FDB66B4-FF87-497C-9AB9-7C615F3C14D3}"/>
    <dgm:cxn modelId="{CB765816-CFD1-4A91-9E59-4088F9258220}" srcId="{AFA075C2-A5B6-4089-944D-722FA774510E}" destId="{493DDDF9-B812-4A54-9325-A8C3182ECB10}" srcOrd="1" destOrd="0" parTransId="{FA7780DC-57AE-4BF8-A4B9-BF1ABDD231E1}" sibTransId="{A7D2752F-F99A-4F71-AB3D-032648C5F9A6}"/>
    <dgm:cxn modelId="{14A1D01F-6220-44E9-997A-2F053ADBCA49}" type="presOf" srcId="{D201605D-7207-475A-A802-633ED8349011}" destId="{E721B9CF-0C97-4F8F-A6F7-AD3B657967B6}" srcOrd="0" destOrd="2" presId="urn:microsoft.com/office/officeart/2005/8/layout/hList6"/>
    <dgm:cxn modelId="{DA2FB633-2639-4705-A7B1-8DE953502C9B}" type="presOf" srcId="{5DA6B1D5-F68F-4925-BA9C-9D9A2FA14A21}" destId="{DAA65F9C-1BFA-4C93-8952-67E09D187FA1}" srcOrd="0" destOrd="0" presId="urn:microsoft.com/office/officeart/2005/8/layout/hList6"/>
    <dgm:cxn modelId="{8D3F6034-DEDC-4061-A99B-9E1A2C9F00A9}" type="presOf" srcId="{0F198A3D-18C9-4184-8F65-6574BC7E9D7E}" destId="{926A6937-F9B5-4820-A9F6-B7B463FAABA8}" srcOrd="0" destOrd="0" presId="urn:microsoft.com/office/officeart/2005/8/layout/hList6"/>
    <dgm:cxn modelId="{CECDFB36-2202-4207-9822-8D7A779951B7}" srcId="{2F440D5A-E9E3-48C4-8DAE-C0C1C584C872}" destId="{24EFF1BE-5D94-434B-AD70-E6A3747315F0}" srcOrd="0" destOrd="0" parTransId="{0DB9D36E-8685-4332-BF19-0E8CBEBC46EF}" sibTransId="{34E1419F-5372-493F-A84B-F4CF757767D2}"/>
    <dgm:cxn modelId="{8D6BC63F-E133-43E5-B3DF-28BB4B01F6F8}" srcId="{AFA075C2-A5B6-4089-944D-722FA774510E}" destId="{80CDA298-DF04-453D-BBA6-DCAD4405751D}" srcOrd="2" destOrd="0" parTransId="{E16DE978-E3D3-4907-BE23-483E29506DFA}" sibTransId="{B4C54CEB-E6B5-4307-8787-8EB90F6A3457}"/>
    <dgm:cxn modelId="{732E8A43-336F-47F0-8790-0AD778A7ACD3}" type="presOf" srcId="{00356B67-9766-4825-AA70-A0F8F91F8E82}" destId="{E721B9CF-0C97-4F8F-A6F7-AD3B657967B6}" srcOrd="0" destOrd="3" presId="urn:microsoft.com/office/officeart/2005/8/layout/hList6"/>
    <dgm:cxn modelId="{40C12764-E9A6-4017-A4A1-5A17CB890B05}" srcId="{2F440D5A-E9E3-48C4-8DAE-C0C1C584C872}" destId="{D201605D-7207-475A-A802-633ED8349011}" srcOrd="1" destOrd="0" parTransId="{F5B04BF1-4433-4C40-9731-ACC7EDEAF76A}" sibTransId="{F2AE0DEA-6E64-4857-9919-CB1BFFCDD79D}"/>
    <dgm:cxn modelId="{1C9C5A74-993F-484A-B23A-0CBB57C5F5CE}" type="presOf" srcId="{493DDDF9-B812-4A54-9325-A8C3182ECB10}" destId="{F5D5517E-31AB-4FC2-8926-6554431C7AAA}" srcOrd="0" destOrd="0" presId="urn:microsoft.com/office/officeart/2005/8/layout/hList6"/>
    <dgm:cxn modelId="{4F06F174-95CB-48E5-A9A1-6D4FDDC64119}" type="presOf" srcId="{24EFF1BE-5D94-434B-AD70-E6A3747315F0}" destId="{E721B9CF-0C97-4F8F-A6F7-AD3B657967B6}" srcOrd="0" destOrd="1" presId="urn:microsoft.com/office/officeart/2005/8/layout/hList6"/>
    <dgm:cxn modelId="{68DB319B-186E-4843-95D0-6AE84C4B84DE}" type="presOf" srcId="{2F440D5A-E9E3-48C4-8DAE-C0C1C584C872}" destId="{E721B9CF-0C97-4F8F-A6F7-AD3B657967B6}" srcOrd="0" destOrd="0" presId="urn:microsoft.com/office/officeart/2005/8/layout/hList6"/>
    <dgm:cxn modelId="{8B4C28AB-229F-4B3A-9125-F6F200A026A9}" srcId="{AFA075C2-A5B6-4089-944D-722FA774510E}" destId="{2F440D5A-E9E3-48C4-8DAE-C0C1C584C872}" srcOrd="4" destOrd="0" parTransId="{14DA2C48-C1A5-40B5-ADA0-48540B1A08FE}" sibTransId="{8F9A0C57-B217-48C3-8F7F-EF383E5454E5}"/>
    <dgm:cxn modelId="{0F1F46EB-59BD-45FF-B076-71F7EAF82A8F}" srcId="{2F440D5A-E9E3-48C4-8DAE-C0C1C584C872}" destId="{00356B67-9766-4825-AA70-A0F8F91F8E82}" srcOrd="2" destOrd="0" parTransId="{4ED1236F-21B7-4C5C-AC77-B8D546D1CB01}" sibTransId="{B33BA8BF-06FC-4503-8360-6F8277662821}"/>
    <dgm:cxn modelId="{FF3968F6-FD33-422B-A669-BDAABFE77F71}" srcId="{AFA075C2-A5B6-4089-944D-722FA774510E}" destId="{5DA6B1D5-F68F-4925-BA9C-9D9A2FA14A21}" srcOrd="0" destOrd="0" parTransId="{979031D4-8910-4716-8BD4-B154A2D23BE0}" sibTransId="{157C552C-7925-45DB-8355-A5FD44B6C5EB}"/>
    <dgm:cxn modelId="{808941FF-DC55-4736-8832-BED40A31ED01}" type="presOf" srcId="{80CDA298-DF04-453D-BBA6-DCAD4405751D}" destId="{6D58C390-9BA1-4323-9B23-0F81728DE63E}" srcOrd="0" destOrd="0" presId="urn:microsoft.com/office/officeart/2005/8/layout/hList6"/>
    <dgm:cxn modelId="{68F1EAD7-E1EC-4E56-ABEC-408DC800F689}" type="presParOf" srcId="{A98C44A9-8E8D-490A-9522-3B0CDC90A779}" destId="{DAA65F9C-1BFA-4C93-8952-67E09D187FA1}" srcOrd="0" destOrd="0" presId="urn:microsoft.com/office/officeart/2005/8/layout/hList6"/>
    <dgm:cxn modelId="{EDA4D4AA-8CDD-46EB-9597-D48FAD5EB750}" type="presParOf" srcId="{A98C44A9-8E8D-490A-9522-3B0CDC90A779}" destId="{FC5A90AC-D2B4-42C9-ADC7-25E9F3C31370}" srcOrd="1" destOrd="0" presId="urn:microsoft.com/office/officeart/2005/8/layout/hList6"/>
    <dgm:cxn modelId="{072873EB-BABA-4510-99D8-134506D3F7AC}" type="presParOf" srcId="{A98C44A9-8E8D-490A-9522-3B0CDC90A779}" destId="{F5D5517E-31AB-4FC2-8926-6554431C7AAA}" srcOrd="2" destOrd="0" presId="urn:microsoft.com/office/officeart/2005/8/layout/hList6"/>
    <dgm:cxn modelId="{72EFD954-813A-486C-BFD4-4E4510AF7C82}" type="presParOf" srcId="{A98C44A9-8E8D-490A-9522-3B0CDC90A779}" destId="{1F99CC14-860F-4B53-AEBF-6A128A8773D1}" srcOrd="3" destOrd="0" presId="urn:microsoft.com/office/officeart/2005/8/layout/hList6"/>
    <dgm:cxn modelId="{80740C32-7D2A-4E10-BFC8-9AC23C11FF18}" type="presParOf" srcId="{A98C44A9-8E8D-490A-9522-3B0CDC90A779}" destId="{6D58C390-9BA1-4323-9B23-0F81728DE63E}" srcOrd="4" destOrd="0" presId="urn:microsoft.com/office/officeart/2005/8/layout/hList6"/>
    <dgm:cxn modelId="{869CCEE1-EA8E-40D9-B0CF-44E8AC10CBAF}" type="presParOf" srcId="{A98C44A9-8E8D-490A-9522-3B0CDC90A779}" destId="{4BA8897C-DA38-497E-BBCA-AAD2B35C8452}" srcOrd="5" destOrd="0" presId="urn:microsoft.com/office/officeart/2005/8/layout/hList6"/>
    <dgm:cxn modelId="{A9FB0E71-C358-4790-AB26-AB29304B13B9}" type="presParOf" srcId="{A98C44A9-8E8D-490A-9522-3B0CDC90A779}" destId="{926A6937-F9B5-4820-A9F6-B7B463FAABA8}" srcOrd="6" destOrd="0" presId="urn:microsoft.com/office/officeart/2005/8/layout/hList6"/>
    <dgm:cxn modelId="{2928E2BC-3E6B-4A9B-B2EB-26BA486BB5C5}" type="presParOf" srcId="{A98C44A9-8E8D-490A-9522-3B0CDC90A779}" destId="{8712980C-D8BC-4346-A8FF-8CD5A87E883B}" srcOrd="7" destOrd="0" presId="urn:microsoft.com/office/officeart/2005/8/layout/hList6"/>
    <dgm:cxn modelId="{D84FF539-2E79-4BC8-BCC1-0B8253EEFB0F}" type="presParOf" srcId="{A98C44A9-8E8D-490A-9522-3B0CDC90A779}" destId="{E721B9CF-0C97-4F8F-A6F7-AD3B657967B6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list1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DB3EF974-2425-43A3-82F1-BF04EB7204D4}">
      <dgm:prSet/>
      <dgm:spPr/>
      <dgm:t>
        <a:bodyPr/>
        <a:lstStyle/>
        <a:p>
          <a:r>
            <a:rPr lang="es-ES" dirty="0"/>
            <a:t>27.840 películas (original 45.000)</a:t>
          </a:r>
        </a:p>
      </dgm:t>
    </dgm:pt>
    <dgm:pt modelId="{68864784-DD3D-4DFA-BAC3-FE6BE696AF85}" type="parTrans" cxnId="{7839A094-FFAA-48B0-A5D8-91FDFB6F1766}">
      <dgm:prSet/>
      <dgm:spPr/>
      <dgm:t>
        <a:bodyPr/>
        <a:lstStyle/>
        <a:p>
          <a:endParaRPr lang="es-ES"/>
        </a:p>
      </dgm:t>
    </dgm:pt>
    <dgm:pt modelId="{B4394174-CCE4-45A4-BA24-1128477B5CB9}" type="sibTrans" cxnId="{7839A094-FFAA-48B0-A5D8-91FDFB6F1766}">
      <dgm:prSet/>
      <dgm:spPr/>
      <dgm:t>
        <a:bodyPr/>
        <a:lstStyle/>
        <a:p>
          <a:endParaRPr lang="es-ES"/>
        </a:p>
      </dgm:t>
    </dgm:pt>
    <dgm:pt modelId="{39F3CEC0-0F6B-42FB-B607-76BDEA0248AB}">
      <dgm:prSet/>
      <dgm:spPr/>
      <dgm:t>
        <a:bodyPr/>
        <a:lstStyle/>
        <a:p>
          <a:r>
            <a:rPr lang="es-ES" dirty="0"/>
            <a:t>Son las películas del dataset original de habla inglesa</a:t>
          </a:r>
        </a:p>
      </dgm:t>
    </dgm:pt>
    <dgm:pt modelId="{26A9206B-7391-4C18-9651-AC39333979D0}" type="parTrans" cxnId="{4F5D7F13-94D1-4AC8-B138-C91919024A6F}">
      <dgm:prSet/>
      <dgm:spPr/>
      <dgm:t>
        <a:bodyPr/>
        <a:lstStyle/>
        <a:p>
          <a:endParaRPr lang="es-ES"/>
        </a:p>
      </dgm:t>
    </dgm:pt>
    <dgm:pt modelId="{BA8A60F5-2A56-4B81-A9B4-54925C1F3145}" type="sibTrans" cxnId="{4F5D7F13-94D1-4AC8-B138-C91919024A6F}">
      <dgm:prSet/>
      <dgm:spPr/>
      <dgm:t>
        <a:bodyPr/>
        <a:lstStyle/>
        <a:p>
          <a:endParaRPr lang="es-ES"/>
        </a:p>
      </dgm:t>
    </dgm:pt>
    <dgm:pt modelId="{048261A1-9414-4485-BAC8-FCE87BB2FA83}">
      <dgm:prSet/>
      <dgm:spPr/>
      <dgm:t>
        <a:bodyPr/>
        <a:lstStyle/>
        <a:p>
          <a:r>
            <a:rPr lang="es-ES" dirty="0"/>
            <a:t>Se han eliminado también las películas no clasificadas y las que no han sido puntuadas por ningún usuario</a:t>
          </a:r>
        </a:p>
      </dgm:t>
    </dgm:pt>
    <dgm:pt modelId="{441067DF-6085-4AE9-B9B7-9D805529AC83}" type="parTrans" cxnId="{64EF3D24-098F-4140-8096-117A9E4F3E22}">
      <dgm:prSet/>
      <dgm:spPr/>
      <dgm:t>
        <a:bodyPr/>
        <a:lstStyle/>
        <a:p>
          <a:endParaRPr lang="es-ES"/>
        </a:p>
      </dgm:t>
    </dgm:pt>
    <dgm:pt modelId="{B0C4CD53-C624-43C3-A8C9-B8409ED8C0FC}" type="sibTrans" cxnId="{64EF3D24-098F-4140-8096-117A9E4F3E22}">
      <dgm:prSet/>
      <dgm:spPr/>
      <dgm:t>
        <a:bodyPr/>
        <a:lstStyle/>
        <a:p>
          <a:endParaRPr lang="es-ES"/>
        </a:p>
      </dgm:t>
    </dgm:pt>
    <dgm:pt modelId="{7FBF3B10-B40F-4937-A524-DE52C7293405}">
      <dgm:prSet/>
      <dgm:spPr/>
      <dgm:t>
        <a:bodyPr/>
        <a:lstStyle/>
        <a:p>
          <a:r>
            <a:rPr lang="es-ES" dirty="0"/>
            <a:t>Contiene únicamente los datos del dataset del fichero </a:t>
          </a:r>
          <a:r>
            <a: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movies_metadata.csv </a:t>
          </a:r>
          <a:r>
            <a:rPr lang="es-ES" dirty="0"/>
            <a:t>que se consideran interesantes (y se han separado por columnas)</a:t>
          </a:r>
        </a:p>
      </dgm:t>
    </dgm:pt>
    <dgm:pt modelId="{7D429E8E-1FE4-4D07-8DB8-8A9CF8A13BD8}" type="parTrans" cxnId="{D70073C2-7127-4655-8B86-EAF578B09C61}">
      <dgm:prSet/>
      <dgm:spPr/>
      <dgm:t>
        <a:bodyPr/>
        <a:lstStyle/>
        <a:p>
          <a:endParaRPr lang="es-ES"/>
        </a:p>
      </dgm:t>
    </dgm:pt>
    <dgm:pt modelId="{E4D07007-D7E8-44AC-8189-A7BEA39C08B4}" type="sibTrans" cxnId="{D70073C2-7127-4655-8B86-EAF578B09C61}">
      <dgm:prSet/>
      <dgm:spPr/>
      <dgm:t>
        <a:bodyPr/>
        <a:lstStyle/>
        <a:p>
          <a:endParaRPr lang="es-ES"/>
        </a:p>
      </dgm:t>
    </dgm:pt>
    <dgm:pt modelId="{EF5C5821-98AE-418C-9149-97C91C5DDC93}" type="pres">
      <dgm:prSet presAssocID="{AFA075C2-A5B6-4089-944D-722FA774510E}" presName="linear" presStyleCnt="0">
        <dgm:presLayoutVars>
          <dgm:dir/>
          <dgm:animLvl val="lvl"/>
          <dgm:resizeHandles val="exact"/>
        </dgm:presLayoutVars>
      </dgm:prSet>
      <dgm:spPr/>
    </dgm:pt>
    <dgm:pt modelId="{11CB9BA4-02AB-42BF-80B3-AEA20A72A3C1}" type="pres">
      <dgm:prSet presAssocID="{DB3EF974-2425-43A3-82F1-BF04EB7204D4}" presName="parentLin" presStyleCnt="0"/>
      <dgm:spPr/>
    </dgm:pt>
    <dgm:pt modelId="{0ADC34DC-925E-4FDF-AC64-6D4E7F9E4D83}" type="pres">
      <dgm:prSet presAssocID="{DB3EF974-2425-43A3-82F1-BF04EB7204D4}" presName="parentLeftMargin" presStyleLbl="node1" presStyleIdx="0" presStyleCnt="1"/>
      <dgm:spPr/>
    </dgm:pt>
    <dgm:pt modelId="{300A1B89-1A5A-47BB-AFAA-6A9CAA9312A5}" type="pres">
      <dgm:prSet presAssocID="{DB3EF974-2425-43A3-82F1-BF04EB7204D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585BF75-DA60-43AA-BB23-DB061CABBFB8}" type="pres">
      <dgm:prSet presAssocID="{DB3EF974-2425-43A3-82F1-BF04EB7204D4}" presName="negativeSpace" presStyleCnt="0"/>
      <dgm:spPr/>
    </dgm:pt>
    <dgm:pt modelId="{59C8B13E-64CA-4F99-8B69-FF89E41271B6}" type="pres">
      <dgm:prSet presAssocID="{DB3EF974-2425-43A3-82F1-BF04EB7204D4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F5D7F13-94D1-4AC8-B138-C91919024A6F}" srcId="{DB3EF974-2425-43A3-82F1-BF04EB7204D4}" destId="{39F3CEC0-0F6B-42FB-B607-76BDEA0248AB}" srcOrd="0" destOrd="0" parTransId="{26A9206B-7391-4C18-9651-AC39333979D0}" sibTransId="{BA8A60F5-2A56-4B81-A9B4-54925C1F3145}"/>
    <dgm:cxn modelId="{B7544E1B-3012-4955-B6D5-CBB6E124EF69}" type="presOf" srcId="{7FBF3B10-B40F-4937-A524-DE52C7293405}" destId="{59C8B13E-64CA-4F99-8B69-FF89E41271B6}" srcOrd="0" destOrd="2" presId="urn:microsoft.com/office/officeart/2005/8/layout/list1"/>
    <dgm:cxn modelId="{64EF3D24-098F-4140-8096-117A9E4F3E22}" srcId="{DB3EF974-2425-43A3-82F1-BF04EB7204D4}" destId="{048261A1-9414-4485-BAC8-FCE87BB2FA83}" srcOrd="1" destOrd="0" parTransId="{441067DF-6085-4AE9-B9B7-9D805529AC83}" sibTransId="{B0C4CD53-C624-43C3-A8C9-B8409ED8C0FC}"/>
    <dgm:cxn modelId="{6F92D03B-5524-4136-B2ED-15FE0E6FE937}" type="presOf" srcId="{DB3EF974-2425-43A3-82F1-BF04EB7204D4}" destId="{300A1B89-1A5A-47BB-AFAA-6A9CAA9312A5}" srcOrd="1" destOrd="0" presId="urn:microsoft.com/office/officeart/2005/8/layout/list1"/>
    <dgm:cxn modelId="{E0A1DA6F-DC26-4DA0-8AD5-32E3A71A02B7}" type="presOf" srcId="{048261A1-9414-4485-BAC8-FCE87BB2FA83}" destId="{59C8B13E-64CA-4F99-8B69-FF89E41271B6}" srcOrd="0" destOrd="1" presId="urn:microsoft.com/office/officeart/2005/8/layout/list1"/>
    <dgm:cxn modelId="{7839A094-FFAA-48B0-A5D8-91FDFB6F1766}" srcId="{AFA075C2-A5B6-4089-944D-722FA774510E}" destId="{DB3EF974-2425-43A3-82F1-BF04EB7204D4}" srcOrd="0" destOrd="0" parTransId="{68864784-DD3D-4DFA-BAC3-FE6BE696AF85}" sibTransId="{B4394174-CCE4-45A4-BA24-1128477B5CB9}"/>
    <dgm:cxn modelId="{D70073C2-7127-4655-8B86-EAF578B09C61}" srcId="{DB3EF974-2425-43A3-82F1-BF04EB7204D4}" destId="{7FBF3B10-B40F-4937-A524-DE52C7293405}" srcOrd="2" destOrd="0" parTransId="{7D429E8E-1FE4-4D07-8DB8-8A9CF8A13BD8}" sibTransId="{E4D07007-D7E8-44AC-8189-A7BEA39C08B4}"/>
    <dgm:cxn modelId="{D30F0EC4-7628-4AF0-97D4-4609FBA4E5DE}" type="presOf" srcId="{39F3CEC0-0F6B-42FB-B607-76BDEA0248AB}" destId="{59C8B13E-64CA-4F99-8B69-FF89E41271B6}" srcOrd="0" destOrd="0" presId="urn:microsoft.com/office/officeart/2005/8/layout/list1"/>
    <dgm:cxn modelId="{D604AFCE-F6F1-42EC-B264-8D1BCF41CCAD}" type="presOf" srcId="{AFA075C2-A5B6-4089-944D-722FA774510E}" destId="{EF5C5821-98AE-418C-9149-97C91C5DDC93}" srcOrd="0" destOrd="0" presId="urn:microsoft.com/office/officeart/2005/8/layout/list1"/>
    <dgm:cxn modelId="{275FD2DB-6D5C-4E41-8F65-F258F5D59E4B}" type="presOf" srcId="{DB3EF974-2425-43A3-82F1-BF04EB7204D4}" destId="{0ADC34DC-925E-4FDF-AC64-6D4E7F9E4D83}" srcOrd="0" destOrd="0" presId="urn:microsoft.com/office/officeart/2005/8/layout/list1"/>
    <dgm:cxn modelId="{4CC06699-0639-4D84-8790-16C17DD9F8AF}" type="presParOf" srcId="{EF5C5821-98AE-418C-9149-97C91C5DDC93}" destId="{11CB9BA4-02AB-42BF-80B3-AEA20A72A3C1}" srcOrd="0" destOrd="0" presId="urn:microsoft.com/office/officeart/2005/8/layout/list1"/>
    <dgm:cxn modelId="{54140CD2-F330-4D10-BAEA-8B4C8F7AD84E}" type="presParOf" srcId="{11CB9BA4-02AB-42BF-80B3-AEA20A72A3C1}" destId="{0ADC34DC-925E-4FDF-AC64-6D4E7F9E4D83}" srcOrd="0" destOrd="0" presId="urn:microsoft.com/office/officeart/2005/8/layout/list1"/>
    <dgm:cxn modelId="{615B4A0F-7364-4301-BD94-8A79B589D7EF}" type="presParOf" srcId="{11CB9BA4-02AB-42BF-80B3-AEA20A72A3C1}" destId="{300A1B89-1A5A-47BB-AFAA-6A9CAA9312A5}" srcOrd="1" destOrd="0" presId="urn:microsoft.com/office/officeart/2005/8/layout/list1"/>
    <dgm:cxn modelId="{9D7F1B07-2C0D-43FA-AC8E-F068A5CF4C38}" type="presParOf" srcId="{EF5C5821-98AE-418C-9149-97C91C5DDC93}" destId="{A585BF75-DA60-43AA-BB23-DB061CABBFB8}" srcOrd="1" destOrd="0" presId="urn:microsoft.com/office/officeart/2005/8/layout/list1"/>
    <dgm:cxn modelId="{9AA877D4-956F-46D7-B517-D339E0FFB35E}" type="presParOf" srcId="{EF5C5821-98AE-418C-9149-97C91C5DDC93}" destId="{59C8B13E-64CA-4F99-8B69-FF89E41271B6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EAD33EC-0426-49EF-B311-F10EED6106DC}">
      <dgm:prSet/>
      <dgm:spPr/>
      <dgm:t>
        <a:bodyPr/>
        <a:lstStyle/>
        <a:p>
          <a:r>
            <a:rPr lang="es-ES" dirty="0"/>
            <a:t>Identificador de la película</a:t>
          </a:r>
        </a:p>
      </dgm:t>
    </dgm:pt>
    <dgm:pt modelId="{69A59E84-8A7B-41AC-BC01-D1154A349157}" type="parTrans" cxnId="{62C1712D-6FB3-41AC-9975-5BBA9EB5BC74}">
      <dgm:prSet/>
      <dgm:spPr/>
      <dgm:t>
        <a:bodyPr/>
        <a:lstStyle/>
        <a:p>
          <a:endParaRPr lang="es-ES"/>
        </a:p>
      </dgm:t>
    </dgm:pt>
    <dgm:pt modelId="{A12C166F-8EC0-45CB-B993-279FE690A883}" type="sibTrans" cxnId="{62C1712D-6FB3-41AC-9975-5BBA9EB5BC74}">
      <dgm:prSet/>
      <dgm:spPr/>
      <dgm:t>
        <a:bodyPr/>
        <a:lstStyle/>
        <a:p>
          <a:endParaRPr lang="es-ES"/>
        </a:p>
      </dgm:t>
    </dgm:pt>
    <dgm:pt modelId="{2C65D7D0-3365-40A2-AA85-6BBA55654AA0}">
      <dgm:prSet/>
      <dgm:spPr/>
      <dgm:t>
        <a:bodyPr/>
        <a:lstStyle/>
        <a:p>
          <a:r>
            <a:rPr lang="es-ES" dirty="0"/>
            <a:t>Identificador en </a:t>
          </a:r>
          <a:r>
            <a:rPr lang="es-ES" dirty="0" err="1"/>
            <a:t>Imdb</a:t>
          </a:r>
          <a:r>
            <a:rPr lang="es-ES" dirty="0"/>
            <a:t>: si se busca dentro de </a:t>
          </a:r>
          <a:r>
            <a:rPr lang="es-ES" dirty="0" err="1"/>
            <a:t>imdb</a:t>
          </a:r>
          <a:r>
            <a:rPr lang="es-ES" dirty="0"/>
            <a:t> con este identificador, se accede a los datos</a:t>
          </a:r>
        </a:p>
      </dgm:t>
    </dgm:pt>
    <dgm:pt modelId="{EEACE7F8-4121-4774-BBFC-ADB2B7F8E542}" type="parTrans" cxnId="{790BFE42-689C-42FE-95EB-768E094945B8}">
      <dgm:prSet/>
      <dgm:spPr/>
      <dgm:t>
        <a:bodyPr/>
        <a:lstStyle/>
        <a:p>
          <a:endParaRPr lang="es-ES"/>
        </a:p>
      </dgm:t>
    </dgm:pt>
    <dgm:pt modelId="{B6646ABD-0215-44DA-91CF-BFDAD9EFAE55}" type="sibTrans" cxnId="{790BFE42-689C-42FE-95EB-768E094945B8}">
      <dgm:prSet/>
      <dgm:spPr/>
      <dgm:t>
        <a:bodyPr/>
        <a:lstStyle/>
        <a:p>
          <a:endParaRPr lang="es-ES"/>
        </a:p>
      </dgm:t>
    </dgm:pt>
    <dgm:pt modelId="{D720646C-602E-4DBE-9FDD-27D56FCE14B1}">
      <dgm:prSet/>
      <dgm:spPr/>
      <dgm:t>
        <a:bodyPr/>
        <a:lstStyle/>
        <a:p>
          <a:r>
            <a:rPr lang="es-ES" dirty="0"/>
            <a:t>Título</a:t>
          </a:r>
        </a:p>
      </dgm:t>
    </dgm:pt>
    <dgm:pt modelId="{18F84EF3-099E-47C6-AB80-CA61FFA6C281}" type="parTrans" cxnId="{36712C39-5E53-406E-AF38-F1DA9F5B503B}">
      <dgm:prSet/>
      <dgm:spPr/>
      <dgm:t>
        <a:bodyPr/>
        <a:lstStyle/>
        <a:p>
          <a:endParaRPr lang="es-ES"/>
        </a:p>
      </dgm:t>
    </dgm:pt>
    <dgm:pt modelId="{A9444D31-EFA8-44FA-B07D-715D4DDE8001}" type="sibTrans" cxnId="{36712C39-5E53-406E-AF38-F1DA9F5B503B}">
      <dgm:prSet/>
      <dgm:spPr/>
      <dgm:t>
        <a:bodyPr/>
        <a:lstStyle/>
        <a:p>
          <a:endParaRPr lang="es-ES"/>
        </a:p>
      </dgm:t>
    </dgm:pt>
    <dgm:pt modelId="{FF1DF07F-20E4-4376-9AED-24E30A396149}">
      <dgm:prSet/>
      <dgm:spPr/>
      <dgm:t>
        <a:bodyPr/>
        <a:lstStyle/>
        <a:p>
          <a:r>
            <a:rPr lang="es-ES" dirty="0" err="1"/>
            <a:t>Path</a:t>
          </a:r>
          <a:r>
            <a:rPr lang="es-ES" dirty="0"/>
            <a:t> al poster de la película: </a:t>
          </a:r>
          <a:r>
            <a:rPr lang="es-ES" b="0" i="0" dirty="0"/>
            <a:t>http://www.omdbapi.com/</a:t>
          </a:r>
          <a:endParaRPr lang="es-ES" dirty="0"/>
        </a:p>
      </dgm:t>
    </dgm:pt>
    <dgm:pt modelId="{7E6B6AEB-C84A-421C-BDC0-B42ADBEC0D5F}" type="parTrans" cxnId="{079EBC7B-9F8B-48B3-B2E4-CB87AB32580D}">
      <dgm:prSet/>
      <dgm:spPr/>
      <dgm:t>
        <a:bodyPr/>
        <a:lstStyle/>
        <a:p>
          <a:endParaRPr lang="es-ES"/>
        </a:p>
      </dgm:t>
    </dgm:pt>
    <dgm:pt modelId="{991D2630-F159-4065-92BA-3862A93A23EF}" type="sibTrans" cxnId="{079EBC7B-9F8B-48B3-B2E4-CB87AB32580D}">
      <dgm:prSet/>
      <dgm:spPr/>
      <dgm:t>
        <a:bodyPr/>
        <a:lstStyle/>
        <a:p>
          <a:endParaRPr lang="es-ES"/>
        </a:p>
      </dgm:t>
    </dgm:pt>
    <dgm:pt modelId="{7FBF3B10-B40F-4937-A524-DE52C7293405}">
      <dgm:prSet/>
      <dgm:spPr/>
      <dgm:t>
        <a:bodyPr/>
        <a:lstStyle/>
        <a:p>
          <a:r>
            <a:rPr lang="es-ES" dirty="0"/>
            <a:t>Contiene</a:t>
          </a:r>
        </a:p>
      </dgm:t>
    </dgm:pt>
    <dgm:pt modelId="{7D429E8E-1FE4-4D07-8DB8-8A9CF8A13BD8}" type="parTrans" cxnId="{D70073C2-7127-4655-8B86-EAF578B09C61}">
      <dgm:prSet/>
      <dgm:spPr/>
      <dgm:t>
        <a:bodyPr/>
        <a:lstStyle/>
        <a:p>
          <a:endParaRPr lang="es-ES"/>
        </a:p>
      </dgm:t>
    </dgm:pt>
    <dgm:pt modelId="{E4D07007-D7E8-44AC-8189-A7BEA39C08B4}" type="sibTrans" cxnId="{D70073C2-7127-4655-8B86-EAF578B09C61}">
      <dgm:prSet/>
      <dgm:spPr/>
      <dgm:t>
        <a:bodyPr/>
        <a:lstStyle/>
        <a:p>
          <a:endParaRPr lang="es-ES"/>
        </a:p>
      </dgm:t>
    </dgm:pt>
    <dgm:pt modelId="{C9F34DE1-874C-4C2F-8526-1CE351521448}">
      <dgm:prSet/>
      <dgm:spPr/>
      <dgm:t>
        <a:bodyPr/>
        <a:lstStyle/>
        <a:p>
          <a:r>
            <a:rPr lang="es-ES" dirty="0"/>
            <a:t>Puntuación media de los usuarios (en el momento en el que se creó el dataset)</a:t>
          </a:r>
        </a:p>
      </dgm:t>
    </dgm:pt>
    <dgm:pt modelId="{116A715B-AEC6-45B6-BD80-332AFF531C63}" type="parTrans" cxnId="{B4B769BA-A709-43DB-B410-E4EFE1724956}">
      <dgm:prSet/>
      <dgm:spPr/>
      <dgm:t>
        <a:bodyPr/>
        <a:lstStyle/>
        <a:p>
          <a:endParaRPr lang="es-ES"/>
        </a:p>
      </dgm:t>
    </dgm:pt>
    <dgm:pt modelId="{42E4FB6B-BE32-4B31-9FEB-C9F1386B32E5}" type="sibTrans" cxnId="{B4B769BA-A709-43DB-B410-E4EFE1724956}">
      <dgm:prSet/>
      <dgm:spPr/>
      <dgm:t>
        <a:bodyPr/>
        <a:lstStyle/>
        <a:p>
          <a:endParaRPr lang="es-ES"/>
        </a:p>
      </dgm:t>
    </dgm:pt>
    <dgm:pt modelId="{E231CCF4-E42D-49A5-BC1E-1CA0ADBDE495}">
      <dgm:prSet/>
      <dgm:spPr/>
      <dgm:t>
        <a:bodyPr/>
        <a:lstStyle/>
        <a:p>
          <a:r>
            <a:rPr lang="es-ES" dirty="0"/>
            <a:t>Número de puntuaciones de usuarios (permite saber lo fiable que es la puntuación media)</a:t>
          </a:r>
        </a:p>
      </dgm:t>
    </dgm:pt>
    <dgm:pt modelId="{DCFD56DB-C821-4DA1-87AB-52C8AE130ED4}" type="parTrans" cxnId="{64E3022F-037D-4FBB-8D60-44CBCFE5BC1C}">
      <dgm:prSet/>
      <dgm:spPr/>
      <dgm:t>
        <a:bodyPr/>
        <a:lstStyle/>
        <a:p>
          <a:endParaRPr lang="es-ES"/>
        </a:p>
      </dgm:t>
    </dgm:pt>
    <dgm:pt modelId="{35BA3FDA-12E6-4B7B-AC7D-0CF336FD0CC6}" type="sibTrans" cxnId="{64E3022F-037D-4FBB-8D60-44CBCFE5BC1C}">
      <dgm:prSet/>
      <dgm:spPr/>
      <dgm:t>
        <a:bodyPr/>
        <a:lstStyle/>
        <a:p>
          <a:endParaRPr lang="es-ES"/>
        </a:p>
      </dgm:t>
    </dgm:pt>
    <dgm:pt modelId="{A53A7125-239F-4804-B4E3-20824271D854}">
      <dgm:prSet/>
      <dgm:spPr/>
      <dgm:t>
        <a:bodyPr/>
        <a:lstStyle/>
        <a:p>
          <a:r>
            <a:rPr lang="es-ES" dirty="0"/>
            <a:t>Número de géneros en los que está clasificada (una película puede estar clasificada en más de un género)</a:t>
          </a:r>
        </a:p>
      </dgm:t>
    </dgm:pt>
    <dgm:pt modelId="{7A3188CD-F477-4BA3-A23C-3F73F9653CBC}" type="parTrans" cxnId="{68CDED86-9967-4BF6-9CA4-51275057910C}">
      <dgm:prSet/>
      <dgm:spPr/>
      <dgm:t>
        <a:bodyPr/>
        <a:lstStyle/>
        <a:p>
          <a:endParaRPr lang="es-ES"/>
        </a:p>
      </dgm:t>
    </dgm:pt>
    <dgm:pt modelId="{32F0E5F2-44EC-477C-BE01-91F658DFF374}" type="sibTrans" cxnId="{68CDED86-9967-4BF6-9CA4-51275057910C}">
      <dgm:prSet/>
      <dgm:spPr/>
      <dgm:t>
        <a:bodyPr/>
        <a:lstStyle/>
        <a:p>
          <a:endParaRPr lang="es-ES"/>
        </a:p>
      </dgm:t>
    </dgm:pt>
    <dgm:pt modelId="{4503BBB1-AC26-4E06-B241-6742450BFC0D}">
      <dgm:prSet/>
      <dgm:spPr/>
      <dgm:t>
        <a:bodyPr/>
        <a:lstStyle/>
        <a:p>
          <a:r>
            <a:rPr lang="es-ES" dirty="0"/>
            <a:t>Código de los géneros en los que está clasificada</a:t>
          </a:r>
        </a:p>
      </dgm:t>
    </dgm:pt>
    <dgm:pt modelId="{A8E7A150-D8FB-49F2-874E-1C3B552E5BEE}" type="parTrans" cxnId="{F474CF25-55FF-4D3A-B5A6-DACE21F4066C}">
      <dgm:prSet/>
      <dgm:spPr/>
      <dgm:t>
        <a:bodyPr/>
        <a:lstStyle/>
        <a:p>
          <a:endParaRPr lang="es-ES"/>
        </a:p>
      </dgm:t>
    </dgm:pt>
    <dgm:pt modelId="{17DFC94E-2502-482D-819C-A4EBDAFD46D3}" type="sibTrans" cxnId="{F474CF25-55FF-4D3A-B5A6-DACE21F4066C}">
      <dgm:prSet/>
      <dgm:spPr/>
      <dgm:t>
        <a:bodyPr/>
        <a:lstStyle/>
        <a:p>
          <a:endParaRPr lang="es-ES"/>
        </a:p>
      </dgm:t>
    </dgm:pt>
    <dgm:pt modelId="{EF5C5821-98AE-418C-9149-97C91C5DDC93}" type="pres">
      <dgm:prSet presAssocID="{AFA075C2-A5B6-4089-944D-722FA774510E}" presName="linear" presStyleCnt="0">
        <dgm:presLayoutVars>
          <dgm:dir/>
          <dgm:animLvl val="lvl"/>
          <dgm:resizeHandles val="exact"/>
        </dgm:presLayoutVars>
      </dgm:prSet>
      <dgm:spPr/>
    </dgm:pt>
    <dgm:pt modelId="{67DFB6DC-629C-492B-9E86-DC5084D7FE53}" type="pres">
      <dgm:prSet presAssocID="{7FBF3B10-B40F-4937-A524-DE52C7293405}" presName="parentLin" presStyleCnt="0"/>
      <dgm:spPr/>
    </dgm:pt>
    <dgm:pt modelId="{AC0B17A8-F737-49C0-A8A1-C94580F1C1D4}" type="pres">
      <dgm:prSet presAssocID="{7FBF3B10-B40F-4937-A524-DE52C7293405}" presName="parentLeftMargin" presStyleLbl="node1" presStyleIdx="0" presStyleCnt="1"/>
      <dgm:spPr/>
    </dgm:pt>
    <dgm:pt modelId="{0C170C18-CB7C-4B6F-ACFC-7F439AB7A1E0}" type="pres">
      <dgm:prSet presAssocID="{7FBF3B10-B40F-4937-A524-DE52C72934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7CF112B-4CF7-4979-AA96-1F86D3E83C01}" type="pres">
      <dgm:prSet presAssocID="{7FBF3B10-B40F-4937-A524-DE52C7293405}" presName="negativeSpace" presStyleCnt="0"/>
      <dgm:spPr/>
    </dgm:pt>
    <dgm:pt modelId="{7752E6C3-33E2-4B17-98FE-28D0023DBE30}" type="pres">
      <dgm:prSet presAssocID="{7FBF3B10-B40F-4937-A524-DE52C729340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474CF25-55FF-4D3A-B5A6-DACE21F4066C}" srcId="{7FBF3B10-B40F-4937-A524-DE52C7293405}" destId="{4503BBB1-AC26-4E06-B241-6742450BFC0D}" srcOrd="7" destOrd="0" parTransId="{A8E7A150-D8FB-49F2-874E-1C3B552E5BEE}" sibTransId="{17DFC94E-2502-482D-819C-A4EBDAFD46D3}"/>
    <dgm:cxn modelId="{62C1712D-6FB3-41AC-9975-5BBA9EB5BC74}" srcId="{7FBF3B10-B40F-4937-A524-DE52C7293405}" destId="{EEAD33EC-0426-49EF-B311-F10EED6106DC}" srcOrd="0" destOrd="0" parTransId="{69A59E84-8A7B-41AC-BC01-D1154A349157}" sibTransId="{A12C166F-8EC0-45CB-B993-279FE690A883}"/>
    <dgm:cxn modelId="{64E3022F-037D-4FBB-8D60-44CBCFE5BC1C}" srcId="{7FBF3B10-B40F-4937-A524-DE52C7293405}" destId="{E231CCF4-E42D-49A5-BC1E-1CA0ADBDE495}" srcOrd="5" destOrd="0" parTransId="{DCFD56DB-C821-4DA1-87AB-52C8AE130ED4}" sibTransId="{35BA3FDA-12E6-4B7B-AC7D-0CF336FD0CC6}"/>
    <dgm:cxn modelId="{36712C39-5E53-406E-AF38-F1DA9F5B503B}" srcId="{7FBF3B10-B40F-4937-A524-DE52C7293405}" destId="{D720646C-602E-4DBE-9FDD-27D56FCE14B1}" srcOrd="2" destOrd="0" parTransId="{18F84EF3-099E-47C6-AB80-CA61FFA6C281}" sibTransId="{A9444D31-EFA8-44FA-B07D-715D4DDE8001}"/>
    <dgm:cxn modelId="{790BFE42-689C-42FE-95EB-768E094945B8}" srcId="{7FBF3B10-B40F-4937-A524-DE52C7293405}" destId="{2C65D7D0-3365-40A2-AA85-6BBA55654AA0}" srcOrd="1" destOrd="0" parTransId="{EEACE7F8-4121-4774-BBFC-ADB2B7F8E542}" sibTransId="{B6646ABD-0215-44DA-91CF-BFDAD9EFAE55}"/>
    <dgm:cxn modelId="{15EDD044-9FC5-4A3E-89B8-ED96BA5994F7}" type="presOf" srcId="{7FBF3B10-B40F-4937-A524-DE52C7293405}" destId="{AC0B17A8-F737-49C0-A8A1-C94580F1C1D4}" srcOrd="0" destOrd="0" presId="urn:microsoft.com/office/officeart/2005/8/layout/list1"/>
    <dgm:cxn modelId="{377E536F-0EB0-4C13-944C-ACBFE167D99B}" type="presOf" srcId="{D720646C-602E-4DBE-9FDD-27D56FCE14B1}" destId="{7752E6C3-33E2-4B17-98FE-28D0023DBE30}" srcOrd="0" destOrd="2" presId="urn:microsoft.com/office/officeart/2005/8/layout/list1"/>
    <dgm:cxn modelId="{079EBC7B-9F8B-48B3-B2E4-CB87AB32580D}" srcId="{7FBF3B10-B40F-4937-A524-DE52C7293405}" destId="{FF1DF07F-20E4-4376-9AED-24E30A396149}" srcOrd="3" destOrd="0" parTransId="{7E6B6AEB-C84A-421C-BDC0-B42ADBEC0D5F}" sibTransId="{991D2630-F159-4065-92BA-3862A93A23EF}"/>
    <dgm:cxn modelId="{D94DCE7C-E04F-473E-9CFA-DA616AF8FCDE}" type="presOf" srcId="{EEAD33EC-0426-49EF-B311-F10EED6106DC}" destId="{7752E6C3-33E2-4B17-98FE-28D0023DBE30}" srcOrd="0" destOrd="0" presId="urn:microsoft.com/office/officeart/2005/8/layout/list1"/>
    <dgm:cxn modelId="{68CDED86-9967-4BF6-9CA4-51275057910C}" srcId="{7FBF3B10-B40F-4937-A524-DE52C7293405}" destId="{A53A7125-239F-4804-B4E3-20824271D854}" srcOrd="6" destOrd="0" parTransId="{7A3188CD-F477-4BA3-A23C-3F73F9653CBC}" sibTransId="{32F0E5F2-44EC-477C-BE01-91F658DFF374}"/>
    <dgm:cxn modelId="{4EC9A4B7-AB9E-4C46-8549-1F0D4346F912}" type="presOf" srcId="{A53A7125-239F-4804-B4E3-20824271D854}" destId="{7752E6C3-33E2-4B17-98FE-28D0023DBE30}" srcOrd="0" destOrd="6" presId="urn:microsoft.com/office/officeart/2005/8/layout/list1"/>
    <dgm:cxn modelId="{B4B769BA-A709-43DB-B410-E4EFE1724956}" srcId="{7FBF3B10-B40F-4937-A524-DE52C7293405}" destId="{C9F34DE1-874C-4C2F-8526-1CE351521448}" srcOrd="4" destOrd="0" parTransId="{116A715B-AEC6-45B6-BD80-332AFF531C63}" sibTransId="{42E4FB6B-BE32-4B31-9FEB-C9F1386B32E5}"/>
    <dgm:cxn modelId="{1FC877BE-3CF7-443B-9F4C-5116A20FAD06}" type="presOf" srcId="{2C65D7D0-3365-40A2-AA85-6BBA55654AA0}" destId="{7752E6C3-33E2-4B17-98FE-28D0023DBE30}" srcOrd="0" destOrd="1" presId="urn:microsoft.com/office/officeart/2005/8/layout/list1"/>
    <dgm:cxn modelId="{D70073C2-7127-4655-8B86-EAF578B09C61}" srcId="{AFA075C2-A5B6-4089-944D-722FA774510E}" destId="{7FBF3B10-B40F-4937-A524-DE52C7293405}" srcOrd="0" destOrd="0" parTransId="{7D429E8E-1FE4-4D07-8DB8-8A9CF8A13BD8}" sibTransId="{E4D07007-D7E8-44AC-8189-A7BEA39C08B4}"/>
    <dgm:cxn modelId="{401B8ACC-3CA6-425F-9AB4-A1D10735E340}" type="presOf" srcId="{C9F34DE1-874C-4C2F-8526-1CE351521448}" destId="{7752E6C3-33E2-4B17-98FE-28D0023DBE30}" srcOrd="0" destOrd="4" presId="urn:microsoft.com/office/officeart/2005/8/layout/list1"/>
    <dgm:cxn modelId="{D604AFCE-F6F1-42EC-B264-8D1BCF41CCAD}" type="presOf" srcId="{AFA075C2-A5B6-4089-944D-722FA774510E}" destId="{EF5C5821-98AE-418C-9149-97C91C5DDC93}" srcOrd="0" destOrd="0" presId="urn:microsoft.com/office/officeart/2005/8/layout/list1"/>
    <dgm:cxn modelId="{63EF8EDF-5591-4580-8CA7-B5C232C56520}" type="presOf" srcId="{FF1DF07F-20E4-4376-9AED-24E30A396149}" destId="{7752E6C3-33E2-4B17-98FE-28D0023DBE30}" srcOrd="0" destOrd="3" presId="urn:microsoft.com/office/officeart/2005/8/layout/list1"/>
    <dgm:cxn modelId="{4352D8E4-B920-40C6-815A-3D6B29F6077B}" type="presOf" srcId="{E231CCF4-E42D-49A5-BC1E-1CA0ADBDE495}" destId="{7752E6C3-33E2-4B17-98FE-28D0023DBE30}" srcOrd="0" destOrd="5" presId="urn:microsoft.com/office/officeart/2005/8/layout/list1"/>
    <dgm:cxn modelId="{0B14E1F2-FA67-4959-B881-B2005E965A57}" type="presOf" srcId="{4503BBB1-AC26-4E06-B241-6742450BFC0D}" destId="{7752E6C3-33E2-4B17-98FE-28D0023DBE30}" srcOrd="0" destOrd="7" presId="urn:microsoft.com/office/officeart/2005/8/layout/list1"/>
    <dgm:cxn modelId="{DDE4D5F7-5AD9-459C-A606-B0E8866B472A}" type="presOf" srcId="{7FBF3B10-B40F-4937-A524-DE52C7293405}" destId="{0C170C18-CB7C-4B6F-ACFC-7F439AB7A1E0}" srcOrd="1" destOrd="0" presId="urn:microsoft.com/office/officeart/2005/8/layout/list1"/>
    <dgm:cxn modelId="{43B95740-A8B8-4950-921D-740DBFAF6433}" type="presParOf" srcId="{EF5C5821-98AE-418C-9149-97C91C5DDC93}" destId="{67DFB6DC-629C-492B-9E86-DC5084D7FE53}" srcOrd="0" destOrd="0" presId="urn:microsoft.com/office/officeart/2005/8/layout/list1"/>
    <dgm:cxn modelId="{B94C4E62-E18A-4CC7-91E1-64E6203599E5}" type="presParOf" srcId="{67DFB6DC-629C-492B-9E86-DC5084D7FE53}" destId="{AC0B17A8-F737-49C0-A8A1-C94580F1C1D4}" srcOrd="0" destOrd="0" presId="urn:microsoft.com/office/officeart/2005/8/layout/list1"/>
    <dgm:cxn modelId="{32C1E4D9-9200-4D55-AB95-75D7E072362E}" type="presParOf" srcId="{67DFB6DC-629C-492B-9E86-DC5084D7FE53}" destId="{0C170C18-CB7C-4B6F-ACFC-7F439AB7A1E0}" srcOrd="1" destOrd="0" presId="urn:microsoft.com/office/officeart/2005/8/layout/list1"/>
    <dgm:cxn modelId="{C5708D03-532A-42B3-A84D-819D52FB2F19}" type="presParOf" srcId="{EF5C5821-98AE-418C-9149-97C91C5DDC93}" destId="{67CF112B-4CF7-4979-AA96-1F86D3E83C01}" srcOrd="1" destOrd="0" presId="urn:microsoft.com/office/officeart/2005/8/layout/list1"/>
    <dgm:cxn modelId="{01089140-6861-4B2F-9B67-DECBCDBE95BB}" type="presParOf" srcId="{EF5C5821-98AE-418C-9149-97C91C5DDC93}" destId="{7752E6C3-33E2-4B17-98FE-28D0023DBE3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vList2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s-ES"/>
        </a:p>
      </dgm:t>
    </dgm:pt>
    <dgm:pt modelId="{DD059F94-3AFC-4A5E-805F-F6A4C30B7480}">
      <dgm:prSet/>
      <dgm:spPr/>
      <dgm:t>
        <a:bodyPr/>
        <a:lstStyle/>
        <a:p>
          <a:r>
            <a:rPr lang="es-ES" b="0" dirty="0"/>
            <a:t>Fichero de ratios</a:t>
          </a:r>
        </a:p>
      </dgm:t>
    </dgm:pt>
    <dgm:pt modelId="{DC31BB5D-606E-4821-93C8-E4EB2DB055D6}" type="parTrans" cxnId="{FA31124F-D811-47FB-83C7-DF8AFC8617CD}">
      <dgm:prSet/>
      <dgm:spPr/>
      <dgm:t>
        <a:bodyPr/>
        <a:lstStyle/>
        <a:p>
          <a:endParaRPr lang="es-ES"/>
        </a:p>
      </dgm:t>
    </dgm:pt>
    <dgm:pt modelId="{E666D4C3-4A18-476B-8A66-BF80D4A3C7CF}" type="sibTrans" cxnId="{FA31124F-D811-47FB-83C7-DF8AFC8617CD}">
      <dgm:prSet/>
      <dgm:spPr/>
      <dgm:t>
        <a:bodyPr/>
        <a:lstStyle/>
        <a:p>
          <a:endParaRPr lang="es-ES"/>
        </a:p>
      </dgm:t>
    </dgm:pt>
    <dgm:pt modelId="{5A10DE3A-2623-45B2-8BC9-E71D629FDA88}">
      <dgm:prSet/>
      <dgm:spPr/>
      <dgm:t>
        <a:bodyPr/>
        <a:lstStyle/>
        <a:p>
          <a:r>
            <a:rPr lang="es-ES" dirty="0"/>
            <a:t>Ratings_small.csv</a:t>
          </a:r>
        </a:p>
      </dgm:t>
    </dgm:pt>
    <dgm:pt modelId="{5DCFDA09-A0BC-4ECE-B7BF-7FEB26BBED2D}" type="parTrans" cxnId="{B775CCB8-1B81-4B69-85E5-336369337972}">
      <dgm:prSet/>
      <dgm:spPr/>
      <dgm:t>
        <a:bodyPr/>
        <a:lstStyle/>
        <a:p>
          <a:endParaRPr lang="es-ES"/>
        </a:p>
      </dgm:t>
    </dgm:pt>
    <dgm:pt modelId="{6F910BDA-F20D-4654-B475-03A8DA8F82E5}" type="sibTrans" cxnId="{B775CCB8-1B81-4B69-85E5-336369337972}">
      <dgm:prSet/>
      <dgm:spPr/>
      <dgm:t>
        <a:bodyPr/>
        <a:lstStyle/>
        <a:p>
          <a:endParaRPr lang="es-ES"/>
        </a:p>
      </dgm:t>
    </dgm:pt>
    <dgm:pt modelId="{1D5F771B-E7A9-4D7D-BE28-94C00C393F84}">
      <dgm:prSet/>
      <dgm:spPr/>
      <dgm:t>
        <a:bodyPr/>
        <a:lstStyle/>
        <a:p>
          <a:r>
            <a:rPr lang="es-ES" dirty="0"/>
            <a:t>Se ha adjuntado otro fichero Ratings.csv, pero podéis usar el pequeño</a:t>
          </a:r>
        </a:p>
      </dgm:t>
    </dgm:pt>
    <dgm:pt modelId="{F653AC43-B9E3-414C-B477-BE5FECFC8708}" type="parTrans" cxnId="{E2D30ABC-D929-46D1-9416-A9252D5C035E}">
      <dgm:prSet/>
      <dgm:spPr/>
      <dgm:t>
        <a:bodyPr/>
        <a:lstStyle/>
        <a:p>
          <a:endParaRPr lang="es-ES"/>
        </a:p>
      </dgm:t>
    </dgm:pt>
    <dgm:pt modelId="{22FAAE1B-58BD-44CE-A93A-88B09740E483}" type="sibTrans" cxnId="{E2D30ABC-D929-46D1-9416-A9252D5C035E}">
      <dgm:prSet/>
      <dgm:spPr/>
      <dgm:t>
        <a:bodyPr/>
        <a:lstStyle/>
        <a:p>
          <a:endParaRPr lang="es-ES"/>
        </a:p>
      </dgm:t>
    </dgm:pt>
    <dgm:pt modelId="{E0E72165-01CF-4B46-BD3D-8465239B2248}">
      <dgm:prSet/>
      <dgm:spPr/>
      <dgm:t>
        <a:bodyPr/>
        <a:lstStyle/>
        <a:p>
          <a:r>
            <a:rPr lang="es-ES" dirty="0"/>
            <a:t>Contiene 100.004 puntuaciones de usuarios a películas. Los usuarios van del 1 al 671</a:t>
          </a:r>
        </a:p>
      </dgm:t>
    </dgm:pt>
    <dgm:pt modelId="{E8603F81-A6CD-40ED-A18D-A02EF901522C}" type="parTrans" cxnId="{3F850844-D082-4DD1-9178-59E6E190BF1D}">
      <dgm:prSet/>
      <dgm:spPr/>
      <dgm:t>
        <a:bodyPr/>
        <a:lstStyle/>
        <a:p>
          <a:endParaRPr lang="es-ES"/>
        </a:p>
      </dgm:t>
    </dgm:pt>
    <dgm:pt modelId="{FE98BD4E-6E07-41D2-B760-68C02DD7DFF4}" type="sibTrans" cxnId="{3F850844-D082-4DD1-9178-59E6E190BF1D}">
      <dgm:prSet/>
      <dgm:spPr/>
      <dgm:t>
        <a:bodyPr/>
        <a:lstStyle/>
        <a:p>
          <a:endParaRPr lang="es-ES"/>
        </a:p>
      </dgm:t>
    </dgm:pt>
    <dgm:pt modelId="{494DD1F6-34A5-42AA-835A-41198FA604FF}">
      <dgm:prSet/>
      <dgm:spPr/>
      <dgm:t>
        <a:bodyPr/>
        <a:lstStyle/>
        <a:p>
          <a:r>
            <a:rPr lang="es-ES" dirty="0"/>
            <a:t>Contiene</a:t>
          </a:r>
        </a:p>
      </dgm:t>
    </dgm:pt>
    <dgm:pt modelId="{F3F39D0A-E7C1-4D5D-A136-854B80AF86EB}" type="parTrans" cxnId="{F986D9E4-C63B-489B-8FB3-8D190A56E25E}">
      <dgm:prSet/>
      <dgm:spPr/>
    </dgm:pt>
    <dgm:pt modelId="{760B7A72-1318-4961-9235-0559A3824FD5}" type="sibTrans" cxnId="{F986D9E4-C63B-489B-8FB3-8D190A56E25E}">
      <dgm:prSet/>
      <dgm:spPr/>
    </dgm:pt>
    <dgm:pt modelId="{209DA654-898E-4A7D-810B-30130DDF65D5}">
      <dgm:prSet/>
      <dgm:spPr/>
      <dgm:t>
        <a:bodyPr/>
        <a:lstStyle/>
        <a:p>
          <a:r>
            <a:rPr lang="es-ES" dirty="0"/>
            <a:t>Identificador de usuario</a:t>
          </a:r>
        </a:p>
      </dgm:t>
    </dgm:pt>
    <dgm:pt modelId="{49DDD42A-C827-4E54-87C9-3229F716A944}" type="parTrans" cxnId="{FA5B06F2-8D47-4816-8253-FABBE5731FE0}">
      <dgm:prSet/>
      <dgm:spPr/>
    </dgm:pt>
    <dgm:pt modelId="{B82E8A97-92E9-40D1-9738-E947EC34DC99}" type="sibTrans" cxnId="{FA5B06F2-8D47-4816-8253-FABBE5731FE0}">
      <dgm:prSet/>
      <dgm:spPr/>
    </dgm:pt>
    <dgm:pt modelId="{B0842DA6-DF1A-4DD3-A8E3-894B44FCB0FE}">
      <dgm:prSet/>
      <dgm:spPr/>
      <dgm:t>
        <a:bodyPr/>
        <a:lstStyle/>
        <a:p>
          <a:r>
            <a:rPr lang="es-ES" dirty="0"/>
            <a:t>Identificador de película</a:t>
          </a:r>
        </a:p>
      </dgm:t>
    </dgm:pt>
    <dgm:pt modelId="{5A165A97-D009-49C3-BA42-544FCED8F371}" type="parTrans" cxnId="{2FCB6D98-4B9F-4A90-A078-11ED221FFFB6}">
      <dgm:prSet/>
      <dgm:spPr/>
    </dgm:pt>
    <dgm:pt modelId="{D6CB9CE3-C6E2-4E92-8AB4-D4683F4E4123}" type="sibTrans" cxnId="{2FCB6D98-4B9F-4A90-A078-11ED221FFFB6}">
      <dgm:prSet/>
      <dgm:spPr/>
    </dgm:pt>
    <dgm:pt modelId="{63955604-3B83-4CCF-AE9F-C0162D8021CA}">
      <dgm:prSet/>
      <dgm:spPr/>
      <dgm:t>
        <a:bodyPr/>
        <a:lstStyle/>
        <a:p>
          <a:r>
            <a:rPr lang="es-ES" dirty="0"/>
            <a:t>Puntuación: valor </a:t>
          </a:r>
          <a:r>
            <a:rPr lang="es-ES" dirty="0" err="1"/>
            <a:t>float</a:t>
          </a:r>
          <a:r>
            <a:rPr lang="es-ES" dirty="0"/>
            <a:t> entre 0.5 y 5</a:t>
          </a:r>
        </a:p>
      </dgm:t>
    </dgm:pt>
    <dgm:pt modelId="{798704A9-B9B8-4890-8F6E-FA9EC035E6AF}" type="parTrans" cxnId="{BDF9A9D4-224B-477F-BF77-5ED233B1D324}">
      <dgm:prSet/>
      <dgm:spPr/>
    </dgm:pt>
    <dgm:pt modelId="{A9AB4243-8276-4EE3-9104-02654B7C4361}" type="sibTrans" cxnId="{BDF9A9D4-224B-477F-BF77-5ED233B1D324}">
      <dgm:prSet/>
      <dgm:spPr/>
    </dgm:pt>
    <dgm:pt modelId="{C8B933CC-BB81-48C4-83FA-FEBBB1BA30F2}" type="pres">
      <dgm:prSet presAssocID="{AFA075C2-A5B6-4089-944D-722FA774510E}" presName="linear" presStyleCnt="0">
        <dgm:presLayoutVars>
          <dgm:animLvl val="lvl"/>
          <dgm:resizeHandles val="exact"/>
        </dgm:presLayoutVars>
      </dgm:prSet>
      <dgm:spPr/>
    </dgm:pt>
    <dgm:pt modelId="{4C38B1FF-903B-4856-B607-E85E52568717}" type="pres">
      <dgm:prSet presAssocID="{DD059F94-3AFC-4A5E-805F-F6A4C30B748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B4C6034-6EA8-43B7-82D1-00C14750EE04}" type="pres">
      <dgm:prSet presAssocID="{DD059F94-3AFC-4A5E-805F-F6A4C30B7480}" presName="childText" presStyleLbl="revTx" presStyleIdx="0" presStyleCnt="1">
        <dgm:presLayoutVars>
          <dgm:bulletEnabled val="1"/>
        </dgm:presLayoutVars>
      </dgm:prSet>
      <dgm:spPr/>
    </dgm:pt>
    <dgm:pt modelId="{0DD91B1E-7CEF-4EBE-9D37-A4FD5EBAF077}" type="pres">
      <dgm:prSet presAssocID="{1D5F771B-E7A9-4D7D-BE28-94C00C393F8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B3C6C04-5966-46E1-B40D-0AAEDAD6064E}" type="presOf" srcId="{209DA654-898E-4A7D-810B-30130DDF65D5}" destId="{0B4C6034-6EA8-43B7-82D1-00C14750EE04}" srcOrd="0" destOrd="3" presId="urn:microsoft.com/office/officeart/2005/8/layout/vList2"/>
    <dgm:cxn modelId="{505F8004-FE3C-46F1-B2AC-E4E5205BADA5}" type="presOf" srcId="{5A10DE3A-2623-45B2-8BC9-E71D629FDA88}" destId="{0B4C6034-6EA8-43B7-82D1-00C14750EE04}" srcOrd="0" destOrd="0" presId="urn:microsoft.com/office/officeart/2005/8/layout/vList2"/>
    <dgm:cxn modelId="{3F850844-D082-4DD1-9178-59E6E190BF1D}" srcId="{5A10DE3A-2623-45B2-8BC9-E71D629FDA88}" destId="{E0E72165-01CF-4B46-BD3D-8465239B2248}" srcOrd="0" destOrd="0" parTransId="{E8603F81-A6CD-40ED-A18D-A02EF901522C}" sibTransId="{FE98BD4E-6E07-41D2-B760-68C02DD7DFF4}"/>
    <dgm:cxn modelId="{FA31124F-D811-47FB-83C7-DF8AFC8617CD}" srcId="{AFA075C2-A5B6-4089-944D-722FA774510E}" destId="{DD059F94-3AFC-4A5E-805F-F6A4C30B7480}" srcOrd="0" destOrd="0" parTransId="{DC31BB5D-606E-4821-93C8-E4EB2DB055D6}" sibTransId="{E666D4C3-4A18-476B-8A66-BF80D4A3C7CF}"/>
    <dgm:cxn modelId="{37248C72-375F-417E-A172-25E9A3B89427}" type="presOf" srcId="{AFA075C2-A5B6-4089-944D-722FA774510E}" destId="{C8B933CC-BB81-48C4-83FA-FEBBB1BA30F2}" srcOrd="0" destOrd="0" presId="urn:microsoft.com/office/officeart/2005/8/layout/vList2"/>
    <dgm:cxn modelId="{98C3B47B-149B-47B7-9E26-7C3E5382F459}" type="presOf" srcId="{B0842DA6-DF1A-4DD3-A8E3-894B44FCB0FE}" destId="{0B4C6034-6EA8-43B7-82D1-00C14750EE04}" srcOrd="0" destOrd="4" presId="urn:microsoft.com/office/officeart/2005/8/layout/vList2"/>
    <dgm:cxn modelId="{B3C6F086-6617-442A-AC3A-9FE4431378FA}" type="presOf" srcId="{1D5F771B-E7A9-4D7D-BE28-94C00C393F84}" destId="{0DD91B1E-7CEF-4EBE-9D37-A4FD5EBAF077}" srcOrd="0" destOrd="0" presId="urn:microsoft.com/office/officeart/2005/8/layout/vList2"/>
    <dgm:cxn modelId="{2FCB6D98-4B9F-4A90-A078-11ED221FFFB6}" srcId="{494DD1F6-34A5-42AA-835A-41198FA604FF}" destId="{B0842DA6-DF1A-4DD3-A8E3-894B44FCB0FE}" srcOrd="1" destOrd="0" parTransId="{5A165A97-D009-49C3-BA42-544FCED8F371}" sibTransId="{D6CB9CE3-C6E2-4E92-8AB4-D4683F4E4123}"/>
    <dgm:cxn modelId="{331044A0-C1B0-4619-ADC7-D7A1602B05FB}" type="presOf" srcId="{DD059F94-3AFC-4A5E-805F-F6A4C30B7480}" destId="{4C38B1FF-903B-4856-B607-E85E52568717}" srcOrd="0" destOrd="0" presId="urn:microsoft.com/office/officeart/2005/8/layout/vList2"/>
    <dgm:cxn modelId="{B775CCB8-1B81-4B69-85E5-336369337972}" srcId="{DD059F94-3AFC-4A5E-805F-F6A4C30B7480}" destId="{5A10DE3A-2623-45B2-8BC9-E71D629FDA88}" srcOrd="0" destOrd="0" parTransId="{5DCFDA09-A0BC-4ECE-B7BF-7FEB26BBED2D}" sibTransId="{6F910BDA-F20D-4654-B475-03A8DA8F82E5}"/>
    <dgm:cxn modelId="{E2D30ABC-D929-46D1-9416-A9252D5C035E}" srcId="{AFA075C2-A5B6-4089-944D-722FA774510E}" destId="{1D5F771B-E7A9-4D7D-BE28-94C00C393F84}" srcOrd="1" destOrd="0" parTransId="{F653AC43-B9E3-414C-B477-BE5FECFC8708}" sibTransId="{22FAAE1B-58BD-44CE-A93A-88B09740E483}"/>
    <dgm:cxn modelId="{094125C3-F466-4422-A31C-83BE1F1A7465}" type="presOf" srcId="{63955604-3B83-4CCF-AE9F-C0162D8021CA}" destId="{0B4C6034-6EA8-43B7-82D1-00C14750EE04}" srcOrd="0" destOrd="5" presId="urn:microsoft.com/office/officeart/2005/8/layout/vList2"/>
    <dgm:cxn modelId="{BDF9A9D4-224B-477F-BF77-5ED233B1D324}" srcId="{494DD1F6-34A5-42AA-835A-41198FA604FF}" destId="{63955604-3B83-4CCF-AE9F-C0162D8021CA}" srcOrd="2" destOrd="0" parTransId="{798704A9-B9B8-4890-8F6E-FA9EC035E6AF}" sibTransId="{A9AB4243-8276-4EE3-9104-02654B7C4361}"/>
    <dgm:cxn modelId="{854CEAD4-36A8-4457-8EDC-6268013C08AB}" type="presOf" srcId="{E0E72165-01CF-4B46-BD3D-8465239B2248}" destId="{0B4C6034-6EA8-43B7-82D1-00C14750EE04}" srcOrd="0" destOrd="1" presId="urn:microsoft.com/office/officeart/2005/8/layout/vList2"/>
    <dgm:cxn modelId="{F986D9E4-C63B-489B-8FB3-8D190A56E25E}" srcId="{5A10DE3A-2623-45B2-8BC9-E71D629FDA88}" destId="{494DD1F6-34A5-42AA-835A-41198FA604FF}" srcOrd="1" destOrd="0" parTransId="{F3F39D0A-E7C1-4D5D-A136-854B80AF86EB}" sibTransId="{760B7A72-1318-4961-9235-0559A3824FD5}"/>
    <dgm:cxn modelId="{FA5B06F2-8D47-4816-8253-FABBE5731FE0}" srcId="{494DD1F6-34A5-42AA-835A-41198FA604FF}" destId="{209DA654-898E-4A7D-810B-30130DDF65D5}" srcOrd="0" destOrd="0" parTransId="{49DDD42A-C827-4E54-87C9-3229F716A944}" sibTransId="{B82E8A97-92E9-40D1-9738-E947EC34DC99}"/>
    <dgm:cxn modelId="{9D7D99FB-0779-4809-A0BE-DB9D85B4861B}" type="presOf" srcId="{494DD1F6-34A5-42AA-835A-41198FA604FF}" destId="{0B4C6034-6EA8-43B7-82D1-00C14750EE04}" srcOrd="0" destOrd="2" presId="urn:microsoft.com/office/officeart/2005/8/layout/vList2"/>
    <dgm:cxn modelId="{46FB4881-6EC6-488E-BCD9-6E2973AC36BE}" type="presParOf" srcId="{C8B933CC-BB81-48C4-83FA-FEBBB1BA30F2}" destId="{4C38B1FF-903B-4856-B607-E85E52568717}" srcOrd="0" destOrd="0" presId="urn:microsoft.com/office/officeart/2005/8/layout/vList2"/>
    <dgm:cxn modelId="{4358E81A-5827-4019-9BC7-D71CD6B23843}" type="presParOf" srcId="{C8B933CC-BB81-48C4-83FA-FEBBB1BA30F2}" destId="{0B4C6034-6EA8-43B7-82D1-00C14750EE04}" srcOrd="1" destOrd="0" presId="urn:microsoft.com/office/officeart/2005/8/layout/vList2"/>
    <dgm:cxn modelId="{E9B26B41-390A-4710-85F8-88D0F2A15273}" type="presParOf" srcId="{C8B933CC-BB81-48C4-83FA-FEBBB1BA30F2}" destId="{0DD91B1E-7CEF-4EBE-9D37-A4FD5EBAF07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DD059F94-3AFC-4A5E-805F-F6A4C30B7480}">
      <dgm:prSet/>
      <dgm:spPr/>
      <dgm:t>
        <a:bodyPr/>
        <a:lstStyle/>
        <a:p>
          <a:r>
            <a:rPr lang="es-ES" b="0" dirty="0"/>
            <a:t>El dataset no contiene datos de usuarios</a:t>
          </a:r>
        </a:p>
      </dgm:t>
    </dgm:pt>
    <dgm:pt modelId="{DC31BB5D-606E-4821-93C8-E4EB2DB055D6}" type="parTrans" cxnId="{FA31124F-D811-47FB-83C7-DF8AFC8617CD}">
      <dgm:prSet/>
      <dgm:spPr/>
      <dgm:t>
        <a:bodyPr/>
        <a:lstStyle/>
        <a:p>
          <a:endParaRPr lang="es-ES"/>
        </a:p>
      </dgm:t>
    </dgm:pt>
    <dgm:pt modelId="{E666D4C3-4A18-476B-8A66-BF80D4A3C7CF}" type="sibTrans" cxnId="{FA31124F-D811-47FB-83C7-DF8AFC8617CD}">
      <dgm:prSet/>
      <dgm:spPr/>
      <dgm:t>
        <a:bodyPr/>
        <a:lstStyle/>
        <a:p>
          <a:endParaRPr lang="es-ES"/>
        </a:p>
      </dgm:t>
    </dgm:pt>
    <dgm:pt modelId="{8D932FD5-25E8-4CF0-AD8F-4DED697A4478}">
      <dgm:prSet/>
      <dgm:spPr/>
      <dgm:t>
        <a:bodyPr/>
        <a:lstStyle/>
        <a:p>
          <a:r>
            <a:rPr lang="es-ES" b="0" dirty="0"/>
            <a:t>Problema para la recomendación</a:t>
          </a:r>
        </a:p>
      </dgm:t>
    </dgm:pt>
    <dgm:pt modelId="{B953ECBE-D054-46F9-8980-A7EDE2BCA025}" type="parTrans" cxnId="{6D195304-9B03-46E1-88E2-69BFA522DAA7}">
      <dgm:prSet/>
      <dgm:spPr/>
      <dgm:t>
        <a:bodyPr/>
        <a:lstStyle/>
        <a:p>
          <a:endParaRPr lang="es-ES"/>
        </a:p>
      </dgm:t>
    </dgm:pt>
    <dgm:pt modelId="{8B14E1FC-D4CC-47A3-9E6A-C675BB706A52}" type="sibTrans" cxnId="{6D195304-9B03-46E1-88E2-69BFA522DAA7}">
      <dgm:prSet/>
      <dgm:spPr/>
      <dgm:t>
        <a:bodyPr/>
        <a:lstStyle/>
        <a:p>
          <a:endParaRPr lang="es-ES"/>
        </a:p>
      </dgm:t>
    </dgm:pt>
    <dgm:pt modelId="{386D8815-6757-4EEC-9186-27CC039F58EA}">
      <dgm:prSet/>
      <dgm:spPr/>
      <dgm:t>
        <a:bodyPr/>
        <a:lstStyle/>
        <a:p>
          <a:r>
            <a:rPr lang="es-ES" b="0" dirty="0"/>
            <a:t>No se puede usar el SR Demográfico</a:t>
          </a:r>
        </a:p>
      </dgm:t>
    </dgm:pt>
    <dgm:pt modelId="{B28A5D74-18BB-45EC-BE2C-7D828EE07043}" type="parTrans" cxnId="{D073FDB9-23FE-4B33-AA9D-209FA09A690B}">
      <dgm:prSet/>
      <dgm:spPr/>
      <dgm:t>
        <a:bodyPr/>
        <a:lstStyle/>
        <a:p>
          <a:endParaRPr lang="es-ES"/>
        </a:p>
      </dgm:t>
    </dgm:pt>
    <dgm:pt modelId="{F658C209-E829-42DB-A6D7-3FC6D83EC16B}" type="sibTrans" cxnId="{D073FDB9-23FE-4B33-AA9D-209FA09A690B}">
      <dgm:prSet/>
      <dgm:spPr/>
      <dgm:t>
        <a:bodyPr/>
        <a:lstStyle/>
        <a:p>
          <a:endParaRPr lang="es-ES"/>
        </a:p>
      </dgm:t>
    </dgm:pt>
    <dgm:pt modelId="{C8B933CC-BB81-48C4-83FA-FEBBB1BA30F2}" type="pres">
      <dgm:prSet presAssocID="{AFA075C2-A5B6-4089-944D-722FA774510E}" presName="linear" presStyleCnt="0">
        <dgm:presLayoutVars>
          <dgm:animLvl val="lvl"/>
          <dgm:resizeHandles val="exact"/>
        </dgm:presLayoutVars>
      </dgm:prSet>
      <dgm:spPr/>
    </dgm:pt>
    <dgm:pt modelId="{4C38B1FF-903B-4856-B607-E85E52568717}" type="pres">
      <dgm:prSet presAssocID="{DD059F94-3AFC-4A5E-805F-F6A4C30B748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2F10956-647C-4B59-90DF-B5DBB7E9E003}" type="pres">
      <dgm:prSet presAssocID="{E666D4C3-4A18-476B-8A66-BF80D4A3C7CF}" presName="spacer" presStyleCnt="0"/>
      <dgm:spPr/>
    </dgm:pt>
    <dgm:pt modelId="{114806EA-1300-4543-91F8-E69A23B32136}" type="pres">
      <dgm:prSet presAssocID="{8D932FD5-25E8-4CF0-AD8F-4DED697A447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71349E6-9E39-4D74-98A3-DBEC6DBB6E28}" type="pres">
      <dgm:prSet presAssocID="{8D932FD5-25E8-4CF0-AD8F-4DED697A447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D195304-9B03-46E1-88E2-69BFA522DAA7}" srcId="{AFA075C2-A5B6-4089-944D-722FA774510E}" destId="{8D932FD5-25E8-4CF0-AD8F-4DED697A4478}" srcOrd="1" destOrd="0" parTransId="{B953ECBE-D054-46F9-8980-A7EDE2BCA025}" sibTransId="{8B14E1FC-D4CC-47A3-9E6A-C675BB706A52}"/>
    <dgm:cxn modelId="{FA31124F-D811-47FB-83C7-DF8AFC8617CD}" srcId="{AFA075C2-A5B6-4089-944D-722FA774510E}" destId="{DD059F94-3AFC-4A5E-805F-F6A4C30B7480}" srcOrd="0" destOrd="0" parTransId="{DC31BB5D-606E-4821-93C8-E4EB2DB055D6}" sibTransId="{E666D4C3-4A18-476B-8A66-BF80D4A3C7CF}"/>
    <dgm:cxn modelId="{37248C72-375F-417E-A172-25E9A3B89427}" type="presOf" srcId="{AFA075C2-A5B6-4089-944D-722FA774510E}" destId="{C8B933CC-BB81-48C4-83FA-FEBBB1BA30F2}" srcOrd="0" destOrd="0" presId="urn:microsoft.com/office/officeart/2005/8/layout/vList2"/>
    <dgm:cxn modelId="{331044A0-C1B0-4619-ADC7-D7A1602B05FB}" type="presOf" srcId="{DD059F94-3AFC-4A5E-805F-F6A4C30B7480}" destId="{4C38B1FF-903B-4856-B607-E85E52568717}" srcOrd="0" destOrd="0" presId="urn:microsoft.com/office/officeart/2005/8/layout/vList2"/>
    <dgm:cxn modelId="{D073FDB9-23FE-4B33-AA9D-209FA09A690B}" srcId="{8D932FD5-25E8-4CF0-AD8F-4DED697A4478}" destId="{386D8815-6757-4EEC-9186-27CC039F58EA}" srcOrd="0" destOrd="0" parTransId="{B28A5D74-18BB-45EC-BE2C-7D828EE07043}" sibTransId="{F658C209-E829-42DB-A6D7-3FC6D83EC16B}"/>
    <dgm:cxn modelId="{F898DAE8-28F7-49DE-AF78-BD5DDB5009EC}" type="presOf" srcId="{8D932FD5-25E8-4CF0-AD8F-4DED697A4478}" destId="{114806EA-1300-4543-91F8-E69A23B32136}" srcOrd="0" destOrd="0" presId="urn:microsoft.com/office/officeart/2005/8/layout/vList2"/>
    <dgm:cxn modelId="{EF29FAF5-D70D-4A1E-A44D-B013432265DC}" type="presOf" srcId="{386D8815-6757-4EEC-9186-27CC039F58EA}" destId="{971349E6-9E39-4D74-98A3-DBEC6DBB6E28}" srcOrd="0" destOrd="0" presId="urn:microsoft.com/office/officeart/2005/8/layout/vList2"/>
    <dgm:cxn modelId="{46FB4881-6EC6-488E-BCD9-6E2973AC36BE}" type="presParOf" srcId="{C8B933CC-BB81-48C4-83FA-FEBBB1BA30F2}" destId="{4C38B1FF-903B-4856-B607-E85E52568717}" srcOrd="0" destOrd="0" presId="urn:microsoft.com/office/officeart/2005/8/layout/vList2"/>
    <dgm:cxn modelId="{64AB7207-E448-4119-A87C-2843A4C29E97}" type="presParOf" srcId="{C8B933CC-BB81-48C4-83FA-FEBBB1BA30F2}" destId="{E2F10956-647C-4B59-90DF-B5DBB7E9E003}" srcOrd="1" destOrd="0" presId="urn:microsoft.com/office/officeart/2005/8/layout/vList2"/>
    <dgm:cxn modelId="{44B46D4B-EB41-4520-A30A-5A0FCD850148}" type="presParOf" srcId="{C8B933CC-BB81-48C4-83FA-FEBBB1BA30F2}" destId="{114806EA-1300-4543-91F8-E69A23B32136}" srcOrd="2" destOrd="0" presId="urn:microsoft.com/office/officeart/2005/8/layout/vList2"/>
    <dgm:cxn modelId="{9D70C309-521F-4D94-BB67-7983CB2A4AF6}" type="presParOf" srcId="{C8B933CC-BB81-48C4-83FA-FEBBB1BA30F2}" destId="{971349E6-9E39-4D74-98A3-DBEC6DBB6E2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B9B83F8-428E-4816-9385-085AD58374C2}" type="doc">
      <dgm:prSet loTypeId="urn:microsoft.com/office/officeart/2005/8/layout/hierarchy4" loCatId="hierarchy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es-ES"/>
        </a:p>
      </dgm:t>
    </dgm:pt>
    <dgm:pt modelId="{213D2D72-0234-4186-97A3-2C33AE9D3F2E}">
      <dgm:prSet/>
      <dgm:spPr/>
      <dgm:t>
        <a:bodyPr/>
        <a:lstStyle/>
        <a:p>
          <a:r>
            <a: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Training set</a:t>
          </a:r>
          <a:endParaRPr lang="es-ES" dirty="0"/>
        </a:p>
      </dgm:t>
    </dgm:pt>
    <dgm:pt modelId="{73BC1AD9-6FBE-4175-B0CE-374F8EEA2D6B}" type="parTrans" cxnId="{9B34C9D3-6826-443B-9239-6A3D19D4EAF3}">
      <dgm:prSet/>
      <dgm:spPr/>
      <dgm:t>
        <a:bodyPr/>
        <a:lstStyle/>
        <a:p>
          <a:endParaRPr lang="es-ES"/>
        </a:p>
      </dgm:t>
    </dgm:pt>
    <dgm:pt modelId="{5E248E0A-0B85-4AFA-8FA5-CEEFFA5270DE}" type="sibTrans" cxnId="{9B34C9D3-6826-443B-9239-6A3D19D4EAF3}">
      <dgm:prSet/>
      <dgm:spPr/>
      <dgm:t>
        <a:bodyPr/>
        <a:lstStyle/>
        <a:p>
          <a:endParaRPr lang="es-ES"/>
        </a:p>
      </dgm:t>
    </dgm:pt>
    <dgm:pt modelId="{CE0FB24A-FEAB-44A6-A9E4-21303135EE86}">
      <dgm:prSet/>
      <dgm:spPr/>
      <dgm:t>
        <a:bodyPr/>
        <a:lstStyle/>
        <a:p>
          <a:r>
            <a: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 set</a:t>
          </a:r>
          <a:endParaRPr lang="es-ES" dirty="0"/>
        </a:p>
      </dgm:t>
    </dgm:pt>
    <dgm:pt modelId="{A090F8B2-72F4-40BB-90E6-6DCA794222AC}" type="parTrans" cxnId="{4ED4A467-3B95-4A25-9608-B361CC020E2B}">
      <dgm:prSet/>
      <dgm:spPr/>
      <dgm:t>
        <a:bodyPr/>
        <a:lstStyle/>
        <a:p>
          <a:endParaRPr lang="es-ES"/>
        </a:p>
      </dgm:t>
    </dgm:pt>
    <dgm:pt modelId="{24D38A03-77BD-4A7E-BAB4-E3B1A74274DD}" type="sibTrans" cxnId="{4ED4A467-3B95-4A25-9608-B361CC020E2B}">
      <dgm:prSet/>
      <dgm:spPr/>
      <dgm:t>
        <a:bodyPr/>
        <a:lstStyle/>
        <a:p>
          <a:endParaRPr lang="es-ES"/>
        </a:p>
      </dgm:t>
    </dgm:pt>
    <dgm:pt modelId="{38ECCEF3-E9B7-43B7-BE30-260C29DCCF7D}">
      <dgm:prSet/>
      <dgm:spPr/>
      <dgm:t>
        <a:bodyPr/>
        <a:lstStyle/>
        <a:p>
          <a:r>
            <a:rPr lang="es-ES" dirty="0"/>
            <a:t>Datos con los que se entrena el sistema. Simula la interacción de los usuarios con el sistema, hasta el momento actual </a:t>
          </a:r>
        </a:p>
      </dgm:t>
    </dgm:pt>
    <dgm:pt modelId="{7B211118-880E-4770-B1F7-2A7BD516C309}" type="parTrans" cxnId="{210EC5F2-0A79-48DE-98B3-320CC9123F05}">
      <dgm:prSet/>
      <dgm:spPr/>
      <dgm:t>
        <a:bodyPr/>
        <a:lstStyle/>
        <a:p>
          <a:endParaRPr lang="es-ES"/>
        </a:p>
      </dgm:t>
    </dgm:pt>
    <dgm:pt modelId="{4E7FBFA3-2210-43CA-A03A-9DC3EB4B2C80}" type="sibTrans" cxnId="{210EC5F2-0A79-48DE-98B3-320CC9123F05}">
      <dgm:prSet/>
      <dgm:spPr/>
      <dgm:t>
        <a:bodyPr/>
        <a:lstStyle/>
        <a:p>
          <a:endParaRPr lang="es-ES"/>
        </a:p>
      </dgm:t>
    </dgm:pt>
    <dgm:pt modelId="{3AF117D0-CF5C-40DE-A25E-F43FF74F824D}">
      <dgm:prSet/>
      <dgm:spPr/>
      <dgm:t>
        <a:bodyPr/>
        <a:lstStyle/>
        <a:p>
          <a:r>
            <a:rPr lang="es-ES" dirty="0"/>
            <a:t>Usado para obtener resultados sobre la bondad de la recomendación ofrecida</a:t>
          </a:r>
        </a:p>
      </dgm:t>
    </dgm:pt>
    <dgm:pt modelId="{D690E302-6408-4949-BBD4-608544408E10}" type="parTrans" cxnId="{9D62DB62-4067-4526-9914-DDB78FB8A129}">
      <dgm:prSet/>
      <dgm:spPr/>
      <dgm:t>
        <a:bodyPr/>
        <a:lstStyle/>
        <a:p>
          <a:endParaRPr lang="es-ES"/>
        </a:p>
      </dgm:t>
    </dgm:pt>
    <dgm:pt modelId="{A1CEED03-CF02-490C-9558-1F12B62DF20D}" type="sibTrans" cxnId="{9D62DB62-4067-4526-9914-DDB78FB8A129}">
      <dgm:prSet/>
      <dgm:spPr/>
      <dgm:t>
        <a:bodyPr/>
        <a:lstStyle/>
        <a:p>
          <a:endParaRPr lang="es-ES"/>
        </a:p>
      </dgm:t>
    </dgm:pt>
    <dgm:pt modelId="{C4BB6661-D036-4658-8534-37D8918CF557}" type="pres">
      <dgm:prSet presAssocID="{7B9B83F8-428E-4816-9385-085AD58374C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9544CC-17BE-40AB-8216-C5A3E5EB1CF0}" type="pres">
      <dgm:prSet presAssocID="{213D2D72-0234-4186-97A3-2C33AE9D3F2E}" presName="vertOne" presStyleCnt="0"/>
      <dgm:spPr/>
    </dgm:pt>
    <dgm:pt modelId="{34BCFF43-42E8-43C5-8326-163256B48747}" type="pres">
      <dgm:prSet presAssocID="{213D2D72-0234-4186-97A3-2C33AE9D3F2E}" presName="txOne" presStyleLbl="node0" presStyleIdx="0" presStyleCnt="2">
        <dgm:presLayoutVars>
          <dgm:chPref val="3"/>
        </dgm:presLayoutVars>
      </dgm:prSet>
      <dgm:spPr/>
    </dgm:pt>
    <dgm:pt modelId="{D2C0A1D9-0D20-4B86-A4C7-728F885BA9EC}" type="pres">
      <dgm:prSet presAssocID="{213D2D72-0234-4186-97A3-2C33AE9D3F2E}" presName="parTransOne" presStyleCnt="0"/>
      <dgm:spPr/>
    </dgm:pt>
    <dgm:pt modelId="{FFB9323C-C24F-4D3A-B35D-4A63FD5B090F}" type="pres">
      <dgm:prSet presAssocID="{213D2D72-0234-4186-97A3-2C33AE9D3F2E}" presName="horzOne" presStyleCnt="0"/>
      <dgm:spPr/>
    </dgm:pt>
    <dgm:pt modelId="{65350B35-08B8-4984-8613-1DDC939E252B}" type="pres">
      <dgm:prSet presAssocID="{38ECCEF3-E9B7-43B7-BE30-260C29DCCF7D}" presName="vertTwo" presStyleCnt="0"/>
      <dgm:spPr/>
    </dgm:pt>
    <dgm:pt modelId="{639CD853-9678-43DF-BA24-F360D6BC3397}" type="pres">
      <dgm:prSet presAssocID="{38ECCEF3-E9B7-43B7-BE30-260C29DCCF7D}" presName="txTwo" presStyleLbl="node2" presStyleIdx="0" presStyleCnt="2">
        <dgm:presLayoutVars>
          <dgm:chPref val="3"/>
        </dgm:presLayoutVars>
      </dgm:prSet>
      <dgm:spPr/>
    </dgm:pt>
    <dgm:pt modelId="{1E135BE6-03B5-442F-8802-179223CBED39}" type="pres">
      <dgm:prSet presAssocID="{38ECCEF3-E9B7-43B7-BE30-260C29DCCF7D}" presName="horzTwo" presStyleCnt="0"/>
      <dgm:spPr/>
    </dgm:pt>
    <dgm:pt modelId="{DE798C7E-F264-45B9-BA56-DD0D1AB1DF39}" type="pres">
      <dgm:prSet presAssocID="{5E248E0A-0B85-4AFA-8FA5-CEEFFA5270DE}" presName="sibSpaceOne" presStyleCnt="0"/>
      <dgm:spPr/>
    </dgm:pt>
    <dgm:pt modelId="{C1CC0E19-57CB-470E-8756-5ABD09F62B5C}" type="pres">
      <dgm:prSet presAssocID="{CE0FB24A-FEAB-44A6-A9E4-21303135EE86}" presName="vertOne" presStyleCnt="0"/>
      <dgm:spPr/>
    </dgm:pt>
    <dgm:pt modelId="{6F76FA87-4EB5-4B7F-A764-85C58B78DB29}" type="pres">
      <dgm:prSet presAssocID="{CE0FB24A-FEAB-44A6-A9E4-21303135EE86}" presName="txOne" presStyleLbl="node0" presStyleIdx="1" presStyleCnt="2">
        <dgm:presLayoutVars>
          <dgm:chPref val="3"/>
        </dgm:presLayoutVars>
      </dgm:prSet>
      <dgm:spPr/>
    </dgm:pt>
    <dgm:pt modelId="{A035FFA4-F3FF-4422-8959-7C112BE95273}" type="pres">
      <dgm:prSet presAssocID="{CE0FB24A-FEAB-44A6-A9E4-21303135EE86}" presName="parTransOne" presStyleCnt="0"/>
      <dgm:spPr/>
    </dgm:pt>
    <dgm:pt modelId="{1AAE3F88-30AF-4605-8595-A7A6F29E4680}" type="pres">
      <dgm:prSet presAssocID="{CE0FB24A-FEAB-44A6-A9E4-21303135EE86}" presName="horzOne" presStyleCnt="0"/>
      <dgm:spPr/>
    </dgm:pt>
    <dgm:pt modelId="{24643BC4-CDBD-46EC-96E8-F72398E9C920}" type="pres">
      <dgm:prSet presAssocID="{3AF117D0-CF5C-40DE-A25E-F43FF74F824D}" presName="vertTwo" presStyleCnt="0"/>
      <dgm:spPr/>
    </dgm:pt>
    <dgm:pt modelId="{58A3C207-5B6D-461B-97B0-C41EF496228D}" type="pres">
      <dgm:prSet presAssocID="{3AF117D0-CF5C-40DE-A25E-F43FF74F824D}" presName="txTwo" presStyleLbl="node2" presStyleIdx="1" presStyleCnt="2">
        <dgm:presLayoutVars>
          <dgm:chPref val="3"/>
        </dgm:presLayoutVars>
      </dgm:prSet>
      <dgm:spPr/>
    </dgm:pt>
    <dgm:pt modelId="{BDE6EA0C-2619-4B94-A8FA-85B5C6093DF7}" type="pres">
      <dgm:prSet presAssocID="{3AF117D0-CF5C-40DE-A25E-F43FF74F824D}" presName="horzTwo" presStyleCnt="0"/>
      <dgm:spPr/>
    </dgm:pt>
  </dgm:ptLst>
  <dgm:cxnLst>
    <dgm:cxn modelId="{AC100409-9455-4811-B183-810023947C37}" type="presOf" srcId="{3AF117D0-CF5C-40DE-A25E-F43FF74F824D}" destId="{58A3C207-5B6D-461B-97B0-C41EF496228D}" srcOrd="0" destOrd="0" presId="urn:microsoft.com/office/officeart/2005/8/layout/hierarchy4"/>
    <dgm:cxn modelId="{09A60215-07AF-4B84-A9E6-910DEFAF64F5}" type="presOf" srcId="{7B9B83F8-428E-4816-9385-085AD58374C2}" destId="{C4BB6661-D036-4658-8534-37D8918CF557}" srcOrd="0" destOrd="0" presId="urn:microsoft.com/office/officeart/2005/8/layout/hierarchy4"/>
    <dgm:cxn modelId="{9D62DB62-4067-4526-9914-DDB78FB8A129}" srcId="{CE0FB24A-FEAB-44A6-A9E4-21303135EE86}" destId="{3AF117D0-CF5C-40DE-A25E-F43FF74F824D}" srcOrd="0" destOrd="0" parTransId="{D690E302-6408-4949-BBD4-608544408E10}" sibTransId="{A1CEED03-CF02-490C-9558-1F12B62DF20D}"/>
    <dgm:cxn modelId="{0439CF44-FB9A-451B-8895-49088E167ACF}" type="presOf" srcId="{CE0FB24A-FEAB-44A6-A9E4-21303135EE86}" destId="{6F76FA87-4EB5-4B7F-A764-85C58B78DB29}" srcOrd="0" destOrd="0" presId="urn:microsoft.com/office/officeart/2005/8/layout/hierarchy4"/>
    <dgm:cxn modelId="{4ED4A467-3B95-4A25-9608-B361CC020E2B}" srcId="{7B9B83F8-428E-4816-9385-085AD58374C2}" destId="{CE0FB24A-FEAB-44A6-A9E4-21303135EE86}" srcOrd="1" destOrd="0" parTransId="{A090F8B2-72F4-40BB-90E6-6DCA794222AC}" sibTransId="{24D38A03-77BD-4A7E-BAB4-E3B1A74274DD}"/>
    <dgm:cxn modelId="{7449F076-31D4-49DB-A675-58849404708D}" type="presOf" srcId="{213D2D72-0234-4186-97A3-2C33AE9D3F2E}" destId="{34BCFF43-42E8-43C5-8326-163256B48747}" srcOrd="0" destOrd="0" presId="urn:microsoft.com/office/officeart/2005/8/layout/hierarchy4"/>
    <dgm:cxn modelId="{FF5DD5C0-C13C-4187-A2B9-154830766C41}" type="presOf" srcId="{38ECCEF3-E9B7-43B7-BE30-260C29DCCF7D}" destId="{639CD853-9678-43DF-BA24-F360D6BC3397}" srcOrd="0" destOrd="0" presId="urn:microsoft.com/office/officeart/2005/8/layout/hierarchy4"/>
    <dgm:cxn modelId="{9B34C9D3-6826-443B-9239-6A3D19D4EAF3}" srcId="{7B9B83F8-428E-4816-9385-085AD58374C2}" destId="{213D2D72-0234-4186-97A3-2C33AE9D3F2E}" srcOrd="0" destOrd="0" parTransId="{73BC1AD9-6FBE-4175-B0CE-374F8EEA2D6B}" sibTransId="{5E248E0A-0B85-4AFA-8FA5-CEEFFA5270DE}"/>
    <dgm:cxn modelId="{210EC5F2-0A79-48DE-98B3-320CC9123F05}" srcId="{213D2D72-0234-4186-97A3-2C33AE9D3F2E}" destId="{38ECCEF3-E9B7-43B7-BE30-260C29DCCF7D}" srcOrd="0" destOrd="0" parTransId="{7B211118-880E-4770-B1F7-2A7BD516C309}" sibTransId="{4E7FBFA3-2210-43CA-A03A-9DC3EB4B2C80}"/>
    <dgm:cxn modelId="{05467F3A-9715-4D85-AD08-DA816C847924}" type="presParOf" srcId="{C4BB6661-D036-4658-8534-37D8918CF557}" destId="{549544CC-17BE-40AB-8216-C5A3E5EB1CF0}" srcOrd="0" destOrd="0" presId="urn:microsoft.com/office/officeart/2005/8/layout/hierarchy4"/>
    <dgm:cxn modelId="{FC3696A7-22F3-4CC6-BA00-C4A2C110D53A}" type="presParOf" srcId="{549544CC-17BE-40AB-8216-C5A3E5EB1CF0}" destId="{34BCFF43-42E8-43C5-8326-163256B48747}" srcOrd="0" destOrd="0" presId="urn:microsoft.com/office/officeart/2005/8/layout/hierarchy4"/>
    <dgm:cxn modelId="{2E227961-967C-4DE5-A9B9-D8F00FEC0937}" type="presParOf" srcId="{549544CC-17BE-40AB-8216-C5A3E5EB1CF0}" destId="{D2C0A1D9-0D20-4B86-A4C7-728F885BA9EC}" srcOrd="1" destOrd="0" presId="urn:microsoft.com/office/officeart/2005/8/layout/hierarchy4"/>
    <dgm:cxn modelId="{8F60580A-C2B9-428D-B9EF-687D76BA2A87}" type="presParOf" srcId="{549544CC-17BE-40AB-8216-C5A3E5EB1CF0}" destId="{FFB9323C-C24F-4D3A-B35D-4A63FD5B090F}" srcOrd="2" destOrd="0" presId="urn:microsoft.com/office/officeart/2005/8/layout/hierarchy4"/>
    <dgm:cxn modelId="{88EEAFA3-3534-4095-A13D-EB31EA3923B9}" type="presParOf" srcId="{FFB9323C-C24F-4D3A-B35D-4A63FD5B090F}" destId="{65350B35-08B8-4984-8613-1DDC939E252B}" srcOrd="0" destOrd="0" presId="urn:microsoft.com/office/officeart/2005/8/layout/hierarchy4"/>
    <dgm:cxn modelId="{E41CBC78-CF0B-4B63-A913-96019AD79229}" type="presParOf" srcId="{65350B35-08B8-4984-8613-1DDC939E252B}" destId="{639CD853-9678-43DF-BA24-F360D6BC3397}" srcOrd="0" destOrd="0" presId="urn:microsoft.com/office/officeart/2005/8/layout/hierarchy4"/>
    <dgm:cxn modelId="{B152953E-FAD7-4604-A84F-CAA6DF5AD4AB}" type="presParOf" srcId="{65350B35-08B8-4984-8613-1DDC939E252B}" destId="{1E135BE6-03B5-442F-8802-179223CBED39}" srcOrd="1" destOrd="0" presId="urn:microsoft.com/office/officeart/2005/8/layout/hierarchy4"/>
    <dgm:cxn modelId="{071AA18D-DEE9-4862-8409-5841DC2A8C97}" type="presParOf" srcId="{C4BB6661-D036-4658-8534-37D8918CF557}" destId="{DE798C7E-F264-45B9-BA56-DD0D1AB1DF39}" srcOrd="1" destOrd="0" presId="urn:microsoft.com/office/officeart/2005/8/layout/hierarchy4"/>
    <dgm:cxn modelId="{BDD74776-0AE9-4B7A-89E1-062F7F5BE1F8}" type="presParOf" srcId="{C4BB6661-D036-4658-8534-37D8918CF557}" destId="{C1CC0E19-57CB-470E-8756-5ABD09F62B5C}" srcOrd="2" destOrd="0" presId="urn:microsoft.com/office/officeart/2005/8/layout/hierarchy4"/>
    <dgm:cxn modelId="{793CA5D6-BA18-4832-9A43-85F31CD6B2AF}" type="presParOf" srcId="{C1CC0E19-57CB-470E-8756-5ABD09F62B5C}" destId="{6F76FA87-4EB5-4B7F-A764-85C58B78DB29}" srcOrd="0" destOrd="0" presId="urn:microsoft.com/office/officeart/2005/8/layout/hierarchy4"/>
    <dgm:cxn modelId="{38D772EC-20A0-489A-8E46-F61E505A357E}" type="presParOf" srcId="{C1CC0E19-57CB-470E-8756-5ABD09F62B5C}" destId="{A035FFA4-F3FF-4422-8959-7C112BE95273}" srcOrd="1" destOrd="0" presId="urn:microsoft.com/office/officeart/2005/8/layout/hierarchy4"/>
    <dgm:cxn modelId="{32345E04-8864-4D7B-951F-52B809CEF103}" type="presParOf" srcId="{C1CC0E19-57CB-470E-8756-5ABD09F62B5C}" destId="{1AAE3F88-30AF-4605-8595-A7A6F29E4680}" srcOrd="2" destOrd="0" presId="urn:microsoft.com/office/officeart/2005/8/layout/hierarchy4"/>
    <dgm:cxn modelId="{278AC55F-86C3-42E4-A6ED-046EFD6C7826}" type="presParOf" srcId="{1AAE3F88-30AF-4605-8595-A7A6F29E4680}" destId="{24643BC4-CDBD-46EC-96E8-F72398E9C920}" srcOrd="0" destOrd="0" presId="urn:microsoft.com/office/officeart/2005/8/layout/hierarchy4"/>
    <dgm:cxn modelId="{A9E770DF-7BCB-4060-9D8D-7D2FADB6433E}" type="presParOf" srcId="{24643BC4-CDBD-46EC-96E8-F72398E9C920}" destId="{58A3C207-5B6D-461B-97B0-C41EF496228D}" srcOrd="0" destOrd="0" presId="urn:microsoft.com/office/officeart/2005/8/layout/hierarchy4"/>
    <dgm:cxn modelId="{24992A9F-6477-441F-AF78-9978BA2306DC}" type="presParOf" srcId="{24643BC4-CDBD-46EC-96E8-F72398E9C920}" destId="{BDE6EA0C-2619-4B94-A8FA-85B5C6093DF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EF1275A-239C-4CFB-A3CC-D23DBDAA765D}" type="doc">
      <dgm:prSet loTypeId="urn:microsoft.com/office/officeart/2005/8/layout/equation1" loCatId="process" qsTypeId="urn:microsoft.com/office/officeart/2005/8/quickstyle/simple4" qsCatId="simple" csTypeId="urn:microsoft.com/office/officeart/2005/8/colors/colorful1#4" csCatId="colorful" phldr="1"/>
      <dgm:spPr/>
    </dgm:pt>
    <dgm:pt modelId="{B13E8913-F2CF-4780-ABAC-06450D942801}">
      <dgm:prSet phldrT="[Texto]"/>
      <dgm:spPr/>
      <dgm:t>
        <a:bodyPr/>
        <a:lstStyle/>
        <a:p>
          <a:r>
            <a:rPr lang="es-ES" dirty="0"/>
            <a:t>Training set</a:t>
          </a:r>
        </a:p>
      </dgm:t>
    </dgm:pt>
    <dgm:pt modelId="{2E13189A-1857-430E-ACE1-F8E4AF404CF8}" type="parTrans" cxnId="{C9C48E22-1A05-416C-A814-E4C60F38E21E}">
      <dgm:prSet/>
      <dgm:spPr/>
      <dgm:t>
        <a:bodyPr/>
        <a:lstStyle/>
        <a:p>
          <a:endParaRPr lang="es-ES"/>
        </a:p>
      </dgm:t>
    </dgm:pt>
    <dgm:pt modelId="{A69CB6D4-F026-4BF4-8792-0ABDA3E3C43E}" type="sibTrans" cxnId="{C9C48E22-1A05-416C-A814-E4C60F38E21E}">
      <dgm:prSet/>
      <dgm:spPr/>
      <dgm:t>
        <a:bodyPr/>
        <a:lstStyle/>
        <a:p>
          <a:endParaRPr lang="es-ES"/>
        </a:p>
      </dgm:t>
    </dgm:pt>
    <dgm:pt modelId="{4A124B06-0888-4F3A-B55F-1AB7CA7EC969}">
      <dgm:prSet phldrT="[Texto]"/>
      <dgm:spPr/>
      <dgm:t>
        <a:bodyPr/>
        <a:lstStyle/>
        <a:p>
          <a:r>
            <a:rPr lang="es-ES" dirty="0"/>
            <a:t>Test set</a:t>
          </a:r>
        </a:p>
      </dgm:t>
    </dgm:pt>
    <dgm:pt modelId="{7892A789-F0A2-4453-A361-4FB8455B82E8}" type="parTrans" cxnId="{93837021-2CF5-45EC-9488-CE8B056C8E66}">
      <dgm:prSet/>
      <dgm:spPr/>
      <dgm:t>
        <a:bodyPr/>
        <a:lstStyle/>
        <a:p>
          <a:endParaRPr lang="es-ES"/>
        </a:p>
      </dgm:t>
    </dgm:pt>
    <dgm:pt modelId="{EA26699E-DCE1-495C-BC21-61ACAF9DE406}" type="sibTrans" cxnId="{93837021-2CF5-45EC-9488-CE8B056C8E66}">
      <dgm:prSet/>
      <dgm:spPr/>
      <dgm:t>
        <a:bodyPr/>
        <a:lstStyle/>
        <a:p>
          <a:endParaRPr lang="es-ES"/>
        </a:p>
      </dgm:t>
    </dgm:pt>
    <dgm:pt modelId="{4B1EBB6A-A0F0-457A-A675-3149B6F9D363}">
      <dgm:prSet phldrT="[Texto]"/>
      <dgm:spPr/>
      <dgm:t>
        <a:bodyPr/>
        <a:lstStyle/>
        <a:p>
          <a:r>
            <a:rPr lang="es-ES" dirty="0"/>
            <a:t>Dataset</a:t>
          </a:r>
        </a:p>
      </dgm:t>
    </dgm:pt>
    <dgm:pt modelId="{65EC591E-E851-4178-94B4-38F578728157}" type="parTrans" cxnId="{0FB4195A-AC5C-4717-BD3A-4DBBCDB01B09}">
      <dgm:prSet/>
      <dgm:spPr/>
      <dgm:t>
        <a:bodyPr/>
        <a:lstStyle/>
        <a:p>
          <a:endParaRPr lang="es-ES"/>
        </a:p>
      </dgm:t>
    </dgm:pt>
    <dgm:pt modelId="{7BCD4468-A97D-482B-9D69-78ED57FEBFB2}" type="sibTrans" cxnId="{0FB4195A-AC5C-4717-BD3A-4DBBCDB01B09}">
      <dgm:prSet/>
      <dgm:spPr/>
      <dgm:t>
        <a:bodyPr/>
        <a:lstStyle/>
        <a:p>
          <a:endParaRPr lang="es-ES"/>
        </a:p>
      </dgm:t>
    </dgm:pt>
    <dgm:pt modelId="{C815693B-1325-4AA3-9B5A-68FB08BB3F2E}" type="pres">
      <dgm:prSet presAssocID="{2EF1275A-239C-4CFB-A3CC-D23DBDAA765D}" presName="linearFlow" presStyleCnt="0">
        <dgm:presLayoutVars>
          <dgm:dir/>
          <dgm:resizeHandles val="exact"/>
        </dgm:presLayoutVars>
      </dgm:prSet>
      <dgm:spPr/>
    </dgm:pt>
    <dgm:pt modelId="{AB012164-7FAC-4218-970A-3D075D69B3E0}" type="pres">
      <dgm:prSet presAssocID="{B13E8913-F2CF-4780-ABAC-06450D942801}" presName="node" presStyleLbl="node1" presStyleIdx="0" presStyleCnt="3">
        <dgm:presLayoutVars>
          <dgm:bulletEnabled val="1"/>
        </dgm:presLayoutVars>
      </dgm:prSet>
      <dgm:spPr/>
    </dgm:pt>
    <dgm:pt modelId="{4D7D8234-156C-4471-B069-19ECC3193B25}" type="pres">
      <dgm:prSet presAssocID="{A69CB6D4-F026-4BF4-8792-0ABDA3E3C43E}" presName="spacerL" presStyleCnt="0"/>
      <dgm:spPr/>
    </dgm:pt>
    <dgm:pt modelId="{56493EF7-4EAE-47E0-8317-8A7057E2CD89}" type="pres">
      <dgm:prSet presAssocID="{A69CB6D4-F026-4BF4-8792-0ABDA3E3C43E}" presName="sibTrans" presStyleLbl="sibTrans2D1" presStyleIdx="0" presStyleCnt="2"/>
      <dgm:spPr/>
    </dgm:pt>
    <dgm:pt modelId="{4E0D2DD2-104B-4ECB-8B67-D89ADC683CF7}" type="pres">
      <dgm:prSet presAssocID="{A69CB6D4-F026-4BF4-8792-0ABDA3E3C43E}" presName="spacerR" presStyleCnt="0"/>
      <dgm:spPr/>
    </dgm:pt>
    <dgm:pt modelId="{8ABF7229-1928-4DE9-BA1E-B65015AE77B4}" type="pres">
      <dgm:prSet presAssocID="{4A124B06-0888-4F3A-B55F-1AB7CA7EC969}" presName="node" presStyleLbl="node1" presStyleIdx="1" presStyleCnt="3">
        <dgm:presLayoutVars>
          <dgm:bulletEnabled val="1"/>
        </dgm:presLayoutVars>
      </dgm:prSet>
      <dgm:spPr/>
    </dgm:pt>
    <dgm:pt modelId="{7083982A-2A9D-44CA-B0BA-BDD40D533763}" type="pres">
      <dgm:prSet presAssocID="{EA26699E-DCE1-495C-BC21-61ACAF9DE406}" presName="spacerL" presStyleCnt="0"/>
      <dgm:spPr/>
    </dgm:pt>
    <dgm:pt modelId="{5CB41B71-1960-443B-92EC-B7424C43C2A3}" type="pres">
      <dgm:prSet presAssocID="{EA26699E-DCE1-495C-BC21-61ACAF9DE406}" presName="sibTrans" presStyleLbl="sibTrans2D1" presStyleIdx="1" presStyleCnt="2"/>
      <dgm:spPr/>
    </dgm:pt>
    <dgm:pt modelId="{BC2A1271-D232-4FE1-8325-7B4B84D0C195}" type="pres">
      <dgm:prSet presAssocID="{EA26699E-DCE1-495C-BC21-61ACAF9DE406}" presName="spacerR" presStyleCnt="0"/>
      <dgm:spPr/>
    </dgm:pt>
    <dgm:pt modelId="{A33D5786-7211-4ED5-BA43-6211043B56A6}" type="pres">
      <dgm:prSet presAssocID="{4B1EBB6A-A0F0-457A-A675-3149B6F9D363}" presName="node" presStyleLbl="node1" presStyleIdx="2" presStyleCnt="3">
        <dgm:presLayoutVars>
          <dgm:bulletEnabled val="1"/>
        </dgm:presLayoutVars>
      </dgm:prSet>
      <dgm:spPr/>
    </dgm:pt>
  </dgm:ptLst>
  <dgm:cxnLst>
    <dgm:cxn modelId="{93837021-2CF5-45EC-9488-CE8B056C8E66}" srcId="{2EF1275A-239C-4CFB-A3CC-D23DBDAA765D}" destId="{4A124B06-0888-4F3A-B55F-1AB7CA7EC969}" srcOrd="1" destOrd="0" parTransId="{7892A789-F0A2-4453-A361-4FB8455B82E8}" sibTransId="{EA26699E-DCE1-495C-BC21-61ACAF9DE406}"/>
    <dgm:cxn modelId="{C9C48E22-1A05-416C-A814-E4C60F38E21E}" srcId="{2EF1275A-239C-4CFB-A3CC-D23DBDAA765D}" destId="{B13E8913-F2CF-4780-ABAC-06450D942801}" srcOrd="0" destOrd="0" parTransId="{2E13189A-1857-430E-ACE1-F8E4AF404CF8}" sibTransId="{A69CB6D4-F026-4BF4-8792-0ABDA3E3C43E}"/>
    <dgm:cxn modelId="{A4BA5E58-C199-4C7E-B3A8-0523C81F8644}" type="presOf" srcId="{2EF1275A-239C-4CFB-A3CC-D23DBDAA765D}" destId="{C815693B-1325-4AA3-9B5A-68FB08BB3F2E}" srcOrd="0" destOrd="0" presId="urn:microsoft.com/office/officeart/2005/8/layout/equation1"/>
    <dgm:cxn modelId="{0FB4195A-AC5C-4717-BD3A-4DBBCDB01B09}" srcId="{2EF1275A-239C-4CFB-A3CC-D23DBDAA765D}" destId="{4B1EBB6A-A0F0-457A-A675-3149B6F9D363}" srcOrd="2" destOrd="0" parTransId="{65EC591E-E851-4178-94B4-38F578728157}" sibTransId="{7BCD4468-A97D-482B-9D69-78ED57FEBFB2}"/>
    <dgm:cxn modelId="{7C9E7D7D-A79E-4103-83B7-A1352D45CBD9}" type="presOf" srcId="{A69CB6D4-F026-4BF4-8792-0ABDA3E3C43E}" destId="{56493EF7-4EAE-47E0-8317-8A7057E2CD89}" srcOrd="0" destOrd="0" presId="urn:microsoft.com/office/officeart/2005/8/layout/equation1"/>
    <dgm:cxn modelId="{84E65EB0-A562-4A87-9FD2-4C7C5A1407EB}" type="presOf" srcId="{4A124B06-0888-4F3A-B55F-1AB7CA7EC969}" destId="{8ABF7229-1928-4DE9-BA1E-B65015AE77B4}" srcOrd="0" destOrd="0" presId="urn:microsoft.com/office/officeart/2005/8/layout/equation1"/>
    <dgm:cxn modelId="{4FDAE4BA-5C1D-4DDF-A725-89C944869057}" type="presOf" srcId="{EA26699E-DCE1-495C-BC21-61ACAF9DE406}" destId="{5CB41B71-1960-443B-92EC-B7424C43C2A3}" srcOrd="0" destOrd="0" presId="urn:microsoft.com/office/officeart/2005/8/layout/equation1"/>
    <dgm:cxn modelId="{D5A204CF-8EF0-46AB-8123-41F957B253A1}" type="presOf" srcId="{4B1EBB6A-A0F0-457A-A675-3149B6F9D363}" destId="{A33D5786-7211-4ED5-BA43-6211043B56A6}" srcOrd="0" destOrd="0" presId="urn:microsoft.com/office/officeart/2005/8/layout/equation1"/>
    <dgm:cxn modelId="{118BF1D1-2D1C-457F-AC7C-0CA7B6146B8E}" type="presOf" srcId="{B13E8913-F2CF-4780-ABAC-06450D942801}" destId="{AB012164-7FAC-4218-970A-3D075D69B3E0}" srcOrd="0" destOrd="0" presId="urn:microsoft.com/office/officeart/2005/8/layout/equation1"/>
    <dgm:cxn modelId="{4EB76869-5747-4E22-87D7-85DD9EB3923E}" type="presParOf" srcId="{C815693B-1325-4AA3-9B5A-68FB08BB3F2E}" destId="{AB012164-7FAC-4218-970A-3D075D69B3E0}" srcOrd="0" destOrd="0" presId="urn:microsoft.com/office/officeart/2005/8/layout/equation1"/>
    <dgm:cxn modelId="{A6003C7A-F2F1-484F-AE73-1A7804F8F8E3}" type="presParOf" srcId="{C815693B-1325-4AA3-9B5A-68FB08BB3F2E}" destId="{4D7D8234-156C-4471-B069-19ECC3193B25}" srcOrd="1" destOrd="0" presId="urn:microsoft.com/office/officeart/2005/8/layout/equation1"/>
    <dgm:cxn modelId="{6A9FC2D9-F447-46E4-AC86-5DD8C22C6856}" type="presParOf" srcId="{C815693B-1325-4AA3-9B5A-68FB08BB3F2E}" destId="{56493EF7-4EAE-47E0-8317-8A7057E2CD89}" srcOrd="2" destOrd="0" presId="urn:microsoft.com/office/officeart/2005/8/layout/equation1"/>
    <dgm:cxn modelId="{0A4F69A6-DA79-4163-9992-D5A44AC59F97}" type="presParOf" srcId="{C815693B-1325-4AA3-9B5A-68FB08BB3F2E}" destId="{4E0D2DD2-104B-4ECB-8B67-D89ADC683CF7}" srcOrd="3" destOrd="0" presId="urn:microsoft.com/office/officeart/2005/8/layout/equation1"/>
    <dgm:cxn modelId="{AF440AB5-CD2D-4E4B-ADDD-E8225D2DBEE9}" type="presParOf" srcId="{C815693B-1325-4AA3-9B5A-68FB08BB3F2E}" destId="{8ABF7229-1928-4DE9-BA1E-B65015AE77B4}" srcOrd="4" destOrd="0" presId="urn:microsoft.com/office/officeart/2005/8/layout/equation1"/>
    <dgm:cxn modelId="{DFB5D6B0-D49B-4BD1-B9BC-E4F11E02F26A}" type="presParOf" srcId="{C815693B-1325-4AA3-9B5A-68FB08BB3F2E}" destId="{7083982A-2A9D-44CA-B0BA-BDD40D533763}" srcOrd="5" destOrd="0" presId="urn:microsoft.com/office/officeart/2005/8/layout/equation1"/>
    <dgm:cxn modelId="{821F3B03-835C-44D4-96DD-EEA4FB0CC924}" type="presParOf" srcId="{C815693B-1325-4AA3-9B5A-68FB08BB3F2E}" destId="{5CB41B71-1960-443B-92EC-B7424C43C2A3}" srcOrd="6" destOrd="0" presId="urn:microsoft.com/office/officeart/2005/8/layout/equation1"/>
    <dgm:cxn modelId="{9F76ADAF-10C3-4E03-B6BF-F1301D23504C}" type="presParOf" srcId="{C815693B-1325-4AA3-9B5A-68FB08BB3F2E}" destId="{BC2A1271-D232-4FE1-8325-7B4B84D0C195}" srcOrd="7" destOrd="0" presId="urn:microsoft.com/office/officeart/2005/8/layout/equation1"/>
    <dgm:cxn modelId="{6AAB809F-8551-4F29-91CD-026E32E0A3AD}" type="presParOf" srcId="{C815693B-1325-4AA3-9B5A-68FB08BB3F2E}" destId="{A33D5786-7211-4ED5-BA43-6211043B56A6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hList6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s-ES"/>
        </a:p>
      </dgm:t>
    </dgm:pt>
    <dgm:pt modelId="{F70CC044-2C30-44FC-8A6E-507E06872639}">
      <dgm:prSet/>
      <dgm:spPr/>
      <dgm:t>
        <a:bodyPr/>
        <a:lstStyle/>
        <a:p>
          <a:r>
            <a:rPr lang="es-ES" b="1" dirty="0"/>
            <a:t>Hacer la división del dataset</a:t>
          </a:r>
          <a:endParaRPr lang="es-ES" dirty="0"/>
        </a:p>
      </dgm:t>
    </dgm:pt>
    <dgm:pt modelId="{A148BD6C-DF47-4F85-BD7A-AEED63D87572}" type="parTrans" cxnId="{BCF40252-2CAE-4690-86F3-D7EAE10B9B7C}">
      <dgm:prSet/>
      <dgm:spPr/>
      <dgm:t>
        <a:bodyPr/>
        <a:lstStyle/>
        <a:p>
          <a:endParaRPr lang="es-ES"/>
        </a:p>
      </dgm:t>
    </dgm:pt>
    <dgm:pt modelId="{C09D9B79-911F-493B-B143-34FE4610AA47}" type="sibTrans" cxnId="{BCF40252-2CAE-4690-86F3-D7EAE10B9B7C}">
      <dgm:prSet/>
      <dgm:spPr/>
      <dgm:t>
        <a:bodyPr/>
        <a:lstStyle/>
        <a:p>
          <a:endParaRPr lang="es-ES"/>
        </a:p>
      </dgm:t>
    </dgm:pt>
    <dgm:pt modelId="{B3AF915F-BC43-46F6-BFD9-6016F05DC5D9}">
      <dgm:prSet/>
      <dgm:spPr/>
      <dgm:t>
        <a:bodyPr/>
        <a:lstStyle/>
        <a:p>
          <a:r>
            <a:rPr lang="es-ES" dirty="0"/>
            <a:t>Base o entrenamiento: 70%</a:t>
          </a:r>
        </a:p>
      </dgm:t>
    </dgm:pt>
    <dgm:pt modelId="{1835BED2-ECF9-45D7-A0E3-FBE35A53865C}" type="parTrans" cxnId="{3D145141-D641-498D-B9A4-EEA1A145C061}">
      <dgm:prSet/>
      <dgm:spPr/>
      <dgm:t>
        <a:bodyPr/>
        <a:lstStyle/>
        <a:p>
          <a:endParaRPr lang="es-ES"/>
        </a:p>
      </dgm:t>
    </dgm:pt>
    <dgm:pt modelId="{319D219E-9708-4073-A2B8-7AEA6317111B}" type="sibTrans" cxnId="{3D145141-D641-498D-B9A4-EEA1A145C061}">
      <dgm:prSet/>
      <dgm:spPr/>
      <dgm:t>
        <a:bodyPr/>
        <a:lstStyle/>
        <a:p>
          <a:endParaRPr lang="es-ES"/>
        </a:p>
      </dgm:t>
    </dgm:pt>
    <dgm:pt modelId="{062E1DF9-E987-4C54-AC97-63B851AD2216}">
      <dgm:prSet/>
      <dgm:spPr/>
      <dgm:t>
        <a:bodyPr/>
        <a:lstStyle/>
        <a:p>
          <a:r>
            <a:rPr lang="es-ES" dirty="0"/>
            <a:t>Test: 30%</a:t>
          </a:r>
        </a:p>
      </dgm:t>
    </dgm:pt>
    <dgm:pt modelId="{DFFBEBF2-60B3-422E-A71D-FF615A63FB26}" type="parTrans" cxnId="{C76CE1DE-F5BB-4DAC-B8BB-AF81104E77ED}">
      <dgm:prSet/>
      <dgm:spPr/>
      <dgm:t>
        <a:bodyPr/>
        <a:lstStyle/>
        <a:p>
          <a:endParaRPr lang="es-ES"/>
        </a:p>
      </dgm:t>
    </dgm:pt>
    <dgm:pt modelId="{EC0B6C07-1F3F-46A5-881A-B1B9A4994D7A}" type="sibTrans" cxnId="{C76CE1DE-F5BB-4DAC-B8BB-AF81104E77ED}">
      <dgm:prSet/>
      <dgm:spPr/>
      <dgm:t>
        <a:bodyPr/>
        <a:lstStyle/>
        <a:p>
          <a:endParaRPr lang="es-ES"/>
        </a:p>
      </dgm:t>
    </dgm:pt>
    <dgm:pt modelId="{2A772B45-69B3-4801-917C-0DE6D1B5FB4E}" type="pres">
      <dgm:prSet presAssocID="{AFA075C2-A5B6-4089-944D-722FA774510E}" presName="Name0" presStyleCnt="0">
        <dgm:presLayoutVars>
          <dgm:dir/>
          <dgm:resizeHandles val="exact"/>
        </dgm:presLayoutVars>
      </dgm:prSet>
      <dgm:spPr/>
    </dgm:pt>
    <dgm:pt modelId="{45A6EE85-6052-4A41-B3DC-AC868138109A}" type="pres">
      <dgm:prSet presAssocID="{F70CC044-2C30-44FC-8A6E-507E06872639}" presName="node" presStyleLbl="node1" presStyleIdx="0" presStyleCnt="1">
        <dgm:presLayoutVars>
          <dgm:bulletEnabled val="1"/>
        </dgm:presLayoutVars>
      </dgm:prSet>
      <dgm:spPr/>
    </dgm:pt>
  </dgm:ptLst>
  <dgm:cxnLst>
    <dgm:cxn modelId="{0A81EA3F-2F3A-49E9-9ED8-055E482F4CEA}" type="presOf" srcId="{062E1DF9-E987-4C54-AC97-63B851AD2216}" destId="{45A6EE85-6052-4A41-B3DC-AC868138109A}" srcOrd="0" destOrd="2" presId="urn:microsoft.com/office/officeart/2005/8/layout/hList6"/>
    <dgm:cxn modelId="{3D145141-D641-498D-B9A4-EEA1A145C061}" srcId="{F70CC044-2C30-44FC-8A6E-507E06872639}" destId="{B3AF915F-BC43-46F6-BFD9-6016F05DC5D9}" srcOrd="0" destOrd="0" parTransId="{1835BED2-ECF9-45D7-A0E3-FBE35A53865C}" sibTransId="{319D219E-9708-4073-A2B8-7AEA6317111B}"/>
    <dgm:cxn modelId="{BCF40252-2CAE-4690-86F3-D7EAE10B9B7C}" srcId="{AFA075C2-A5B6-4089-944D-722FA774510E}" destId="{F70CC044-2C30-44FC-8A6E-507E06872639}" srcOrd="0" destOrd="0" parTransId="{A148BD6C-DF47-4F85-BD7A-AEED63D87572}" sibTransId="{C09D9B79-911F-493B-B143-34FE4610AA47}"/>
    <dgm:cxn modelId="{5A987F57-CE39-4FD0-98F6-AEAEA5E63920}" type="presOf" srcId="{AFA075C2-A5B6-4089-944D-722FA774510E}" destId="{2A772B45-69B3-4801-917C-0DE6D1B5FB4E}" srcOrd="0" destOrd="0" presId="urn:microsoft.com/office/officeart/2005/8/layout/hList6"/>
    <dgm:cxn modelId="{484339B2-5B0E-40D6-B667-87F7F1CAB1A6}" type="presOf" srcId="{F70CC044-2C30-44FC-8A6E-507E06872639}" destId="{45A6EE85-6052-4A41-B3DC-AC868138109A}" srcOrd="0" destOrd="0" presId="urn:microsoft.com/office/officeart/2005/8/layout/hList6"/>
    <dgm:cxn modelId="{C76CE1DE-F5BB-4DAC-B8BB-AF81104E77ED}" srcId="{F70CC044-2C30-44FC-8A6E-507E06872639}" destId="{062E1DF9-E987-4C54-AC97-63B851AD2216}" srcOrd="1" destOrd="0" parTransId="{DFFBEBF2-60B3-422E-A71D-FF615A63FB26}" sibTransId="{EC0B6C07-1F3F-46A5-881A-B1B9A4994D7A}"/>
    <dgm:cxn modelId="{12DA06EC-5917-48F0-BB77-3BFBB5E337C4}" type="presOf" srcId="{B3AF915F-BC43-46F6-BFD9-6016F05DC5D9}" destId="{45A6EE85-6052-4A41-B3DC-AC868138109A}" srcOrd="0" destOrd="1" presId="urn:microsoft.com/office/officeart/2005/8/layout/hList6"/>
    <dgm:cxn modelId="{7E345CD7-309C-4A19-90C5-57EE153C5AC7}" type="presParOf" srcId="{2A772B45-69B3-4801-917C-0DE6D1B5FB4E}" destId="{45A6EE85-6052-4A41-B3DC-AC868138109A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CF9E299-E7A1-4893-96B7-A8EB9F1750F8}" type="doc">
      <dgm:prSet loTypeId="urn:microsoft.com/office/officeart/2005/8/layout/lProcess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F1ED3DB4-7CF8-40B9-A9C1-620E76FB16F5}">
      <dgm:prSet/>
      <dgm:spPr/>
      <dgm:t>
        <a:bodyPr/>
        <a:lstStyle/>
        <a:p>
          <a:pPr rtl="0"/>
          <a:r>
            <a:rPr lang="es-ES" b="0" i="0" noProof="0" dirty="0">
              <a:effectLst/>
            </a:rPr>
            <a:t>Modelo de preferencias del usuario</a:t>
          </a:r>
        </a:p>
      </dgm:t>
    </dgm:pt>
    <dgm:pt modelId="{D9B76A3E-BA37-47CD-8581-2141681C546F}" type="parTrans" cxnId="{75058450-E144-4FD2-9440-A40619E5F317}">
      <dgm:prSet/>
      <dgm:spPr/>
      <dgm:t>
        <a:bodyPr/>
        <a:lstStyle/>
        <a:p>
          <a:endParaRPr lang="es-ES" noProof="0"/>
        </a:p>
      </dgm:t>
    </dgm:pt>
    <dgm:pt modelId="{54C5E353-9FF5-44BA-8DF8-34317D54B7F8}" type="sibTrans" cxnId="{75058450-E144-4FD2-9440-A40619E5F317}">
      <dgm:prSet/>
      <dgm:spPr/>
      <dgm:t>
        <a:bodyPr/>
        <a:lstStyle/>
        <a:p>
          <a:endParaRPr lang="es-ES" noProof="0"/>
        </a:p>
      </dgm:t>
    </dgm:pt>
    <dgm:pt modelId="{4941F553-3596-477E-BA88-8425F9B64586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Histórico de interacción del usuario con el sistema </a:t>
          </a:r>
        </a:p>
      </dgm:t>
    </dgm:pt>
    <dgm:pt modelId="{DD4C58D7-AA7E-4BB6-B92D-E4565519F9AB}" type="parTrans" cxnId="{CDC667AC-B52F-4CDF-883A-4C4E473DEAEE}">
      <dgm:prSet/>
      <dgm:spPr/>
      <dgm:t>
        <a:bodyPr/>
        <a:lstStyle/>
        <a:p>
          <a:endParaRPr lang="es-ES" noProof="0"/>
        </a:p>
      </dgm:t>
    </dgm:pt>
    <dgm:pt modelId="{AB20A6B4-958F-455A-B53E-EAC3F7DA3515}" type="sibTrans" cxnId="{CDC667AC-B52F-4CDF-883A-4C4E473DEAEE}">
      <dgm:prSet/>
      <dgm:spPr/>
      <dgm:t>
        <a:bodyPr/>
        <a:lstStyle/>
        <a:p>
          <a:endParaRPr lang="es-ES" noProof="0"/>
        </a:p>
      </dgm:t>
    </dgm:pt>
    <dgm:pt modelId="{83BA1C2F-F19E-4565-870D-7CB917D5AD8C}">
      <dgm:prSet/>
      <dgm:spPr/>
      <dgm:t>
        <a:bodyPr/>
        <a:lstStyle/>
        <a:p>
          <a:r>
            <a:rPr lang="es-ES" b="0" noProof="0" dirty="0">
              <a:effectLst/>
            </a:rPr>
            <a:t>Conjunto de ítems puntuados por el usuario (y su ratio) del dataset de entrenamiento</a:t>
          </a:r>
        </a:p>
      </dgm:t>
    </dgm:pt>
    <dgm:pt modelId="{5E721E92-FC7C-41D3-9203-C00AC58F438D}" type="parTrans" cxnId="{DF7EBE18-BF3D-4693-9551-558D293E9FEF}">
      <dgm:prSet/>
      <dgm:spPr/>
      <dgm:t>
        <a:bodyPr/>
        <a:lstStyle/>
        <a:p>
          <a:endParaRPr lang="es-ES" noProof="0"/>
        </a:p>
      </dgm:t>
    </dgm:pt>
    <dgm:pt modelId="{A95EDB47-E340-4EEB-BD1F-F8C1FF23BEEE}" type="sibTrans" cxnId="{DF7EBE18-BF3D-4693-9551-558D293E9FEF}">
      <dgm:prSet/>
      <dgm:spPr/>
      <dgm:t>
        <a:bodyPr/>
        <a:lstStyle/>
        <a:p>
          <a:endParaRPr lang="es-ES" noProof="0"/>
        </a:p>
      </dgm:t>
    </dgm:pt>
    <dgm:pt modelId="{7BAFBC32-67DF-449B-B9A9-C79455D39588}">
      <dgm:prSet/>
      <dgm:spPr/>
      <dgm:t>
        <a:bodyPr/>
        <a:lstStyle/>
        <a:p>
          <a:r>
            <a:rPr lang="es-ES" b="0" noProof="0" dirty="0">
              <a:effectLst/>
            </a:rPr>
            <a:t>Información interna del SR</a:t>
          </a:r>
        </a:p>
      </dgm:t>
    </dgm:pt>
    <dgm:pt modelId="{67C67CB3-73BB-479E-8002-EDBBE6560DD4}" type="parTrans" cxnId="{474F4C54-3D2C-4C7B-8A2F-B9640DE49463}">
      <dgm:prSet/>
      <dgm:spPr/>
      <dgm:t>
        <a:bodyPr/>
        <a:lstStyle/>
        <a:p>
          <a:endParaRPr lang="es-ES"/>
        </a:p>
      </dgm:t>
    </dgm:pt>
    <dgm:pt modelId="{1A65C466-E055-431C-ABE0-A04B797FF051}" type="sibTrans" cxnId="{474F4C54-3D2C-4C7B-8A2F-B9640DE49463}">
      <dgm:prSet/>
      <dgm:spPr/>
      <dgm:t>
        <a:bodyPr/>
        <a:lstStyle/>
        <a:p>
          <a:endParaRPr lang="es-ES"/>
        </a:p>
      </dgm:t>
    </dgm:pt>
    <dgm:pt modelId="{05626EC9-092D-42BF-ACAB-750E61F425B5}">
      <dgm:prSet/>
      <dgm:spPr/>
      <dgm:t>
        <a:bodyPr/>
        <a:lstStyle/>
        <a:p>
          <a:r>
            <a:rPr lang="es-ES" b="0" noProof="0" dirty="0">
              <a:effectLst/>
            </a:rPr>
            <a:t>Información que el SR calcula, y que facilita el proceso de recomendación: vecinos,…</a:t>
          </a:r>
        </a:p>
      </dgm:t>
    </dgm:pt>
    <dgm:pt modelId="{769CCEA6-38ED-4CD4-BD16-DA41667B0E2B}" type="parTrans" cxnId="{70F3F017-E858-43F0-8FF8-201A1A8ED7C2}">
      <dgm:prSet/>
      <dgm:spPr/>
      <dgm:t>
        <a:bodyPr/>
        <a:lstStyle/>
        <a:p>
          <a:endParaRPr lang="es-ES"/>
        </a:p>
      </dgm:t>
    </dgm:pt>
    <dgm:pt modelId="{2DCC7181-D1C5-4FA7-868B-36C985BCAF55}" type="sibTrans" cxnId="{70F3F017-E858-43F0-8FF8-201A1A8ED7C2}">
      <dgm:prSet/>
      <dgm:spPr/>
      <dgm:t>
        <a:bodyPr/>
        <a:lstStyle/>
        <a:p>
          <a:endParaRPr lang="es-ES"/>
        </a:p>
      </dgm:t>
    </dgm:pt>
    <dgm:pt modelId="{A29BA739-7292-4CD9-93F9-EAC0C7933E68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Identificador de usuario</a:t>
          </a:r>
        </a:p>
      </dgm:t>
    </dgm:pt>
    <dgm:pt modelId="{FF155EAF-ED16-4D85-B0F9-8D48BC1E57CB}" type="parTrans" cxnId="{BB3B61D7-24AE-4EA6-A0B8-DD5002460421}">
      <dgm:prSet/>
      <dgm:spPr/>
      <dgm:t>
        <a:bodyPr/>
        <a:lstStyle/>
        <a:p>
          <a:endParaRPr lang="es-ES"/>
        </a:p>
      </dgm:t>
    </dgm:pt>
    <dgm:pt modelId="{03CBF5B9-9A18-422C-BBB4-BC65854A3884}" type="sibTrans" cxnId="{BB3B61D7-24AE-4EA6-A0B8-DD5002460421}">
      <dgm:prSet/>
      <dgm:spPr/>
      <dgm:t>
        <a:bodyPr/>
        <a:lstStyle/>
        <a:p>
          <a:endParaRPr lang="es-ES"/>
        </a:p>
      </dgm:t>
    </dgm:pt>
    <dgm:pt modelId="{CCE1CE9C-5B5E-49F9-BDA6-AC1098B62669}">
      <dgm:prSet/>
      <dgm:spPr/>
      <dgm:t>
        <a:bodyPr/>
        <a:lstStyle/>
        <a:p>
          <a:pPr rtl="0"/>
          <a:r>
            <a:rPr lang="es-ES" b="0" i="0" noProof="0" dirty="0">
              <a:effectLst/>
            </a:rPr>
            <a:t>Preferencias</a:t>
          </a:r>
        </a:p>
      </dgm:t>
    </dgm:pt>
    <dgm:pt modelId="{A867227C-7E04-4D52-A8E5-45F42EC686E8}" type="parTrans" cxnId="{AD49255E-196F-4185-BE1C-996F38565113}">
      <dgm:prSet/>
      <dgm:spPr/>
      <dgm:t>
        <a:bodyPr/>
        <a:lstStyle/>
        <a:p>
          <a:endParaRPr lang="es-ES"/>
        </a:p>
      </dgm:t>
    </dgm:pt>
    <dgm:pt modelId="{2BE55D7E-B9A2-4593-9EB2-C7A322172707}" type="sibTrans" cxnId="{AD49255E-196F-4185-BE1C-996F38565113}">
      <dgm:prSet/>
      <dgm:spPr/>
      <dgm:t>
        <a:bodyPr/>
        <a:lstStyle/>
        <a:p>
          <a:endParaRPr lang="es-ES"/>
        </a:p>
      </dgm:t>
    </dgm:pt>
    <dgm:pt modelId="{29C4486A-0B3F-42F5-AB69-DEB0B2208513}" type="pres">
      <dgm:prSet presAssocID="{2CF9E299-E7A1-4893-96B7-A8EB9F1750F8}" presName="theList" presStyleCnt="0">
        <dgm:presLayoutVars>
          <dgm:dir/>
          <dgm:animLvl val="lvl"/>
          <dgm:resizeHandles val="exact"/>
        </dgm:presLayoutVars>
      </dgm:prSet>
      <dgm:spPr/>
    </dgm:pt>
    <dgm:pt modelId="{33F9FF87-99AE-43F3-A114-BF1AE1BB5328}" type="pres">
      <dgm:prSet presAssocID="{A29BA739-7292-4CD9-93F9-EAC0C7933E68}" presName="compNode" presStyleCnt="0"/>
      <dgm:spPr/>
    </dgm:pt>
    <dgm:pt modelId="{5BE98E9F-1A08-4120-8388-A6AC3A7DB736}" type="pres">
      <dgm:prSet presAssocID="{A29BA739-7292-4CD9-93F9-EAC0C7933E68}" presName="aNode" presStyleLbl="bgShp" presStyleIdx="0" presStyleCnt="4"/>
      <dgm:spPr/>
    </dgm:pt>
    <dgm:pt modelId="{9A176651-CDCD-4A37-ABCB-881AB96DCC7C}" type="pres">
      <dgm:prSet presAssocID="{A29BA739-7292-4CD9-93F9-EAC0C7933E68}" presName="textNode" presStyleLbl="bgShp" presStyleIdx="0" presStyleCnt="4"/>
      <dgm:spPr/>
    </dgm:pt>
    <dgm:pt modelId="{FA145223-1137-4093-9129-31A6C68C666E}" type="pres">
      <dgm:prSet presAssocID="{A29BA739-7292-4CD9-93F9-EAC0C7933E68}" presName="compChildNode" presStyleCnt="0"/>
      <dgm:spPr/>
    </dgm:pt>
    <dgm:pt modelId="{7F2BE23B-172C-4470-BE4E-D52DBF51AEC7}" type="pres">
      <dgm:prSet presAssocID="{A29BA739-7292-4CD9-93F9-EAC0C7933E68}" presName="theInnerList" presStyleCnt="0"/>
      <dgm:spPr/>
    </dgm:pt>
    <dgm:pt modelId="{4FA8E346-3CF6-4409-B3D8-F6213B2AB9F2}" type="pres">
      <dgm:prSet presAssocID="{A29BA739-7292-4CD9-93F9-EAC0C7933E68}" presName="aSpace" presStyleCnt="0"/>
      <dgm:spPr/>
    </dgm:pt>
    <dgm:pt modelId="{038E9A96-3B05-42FD-B6D1-A04EC19BF826}" type="pres">
      <dgm:prSet presAssocID="{F1ED3DB4-7CF8-40B9-A9C1-620E76FB16F5}" presName="compNode" presStyleCnt="0"/>
      <dgm:spPr/>
    </dgm:pt>
    <dgm:pt modelId="{A50A181C-1F2B-4F5F-8B0E-2F064FA0C331}" type="pres">
      <dgm:prSet presAssocID="{F1ED3DB4-7CF8-40B9-A9C1-620E76FB16F5}" presName="aNode" presStyleLbl="bgShp" presStyleIdx="1" presStyleCnt="4"/>
      <dgm:spPr/>
    </dgm:pt>
    <dgm:pt modelId="{0E4BCE05-C60F-4564-903C-2282BECD0A98}" type="pres">
      <dgm:prSet presAssocID="{F1ED3DB4-7CF8-40B9-A9C1-620E76FB16F5}" presName="textNode" presStyleLbl="bgShp" presStyleIdx="1" presStyleCnt="4"/>
      <dgm:spPr/>
    </dgm:pt>
    <dgm:pt modelId="{016C927E-4A04-4AD4-B8BE-388C0B224EE9}" type="pres">
      <dgm:prSet presAssocID="{F1ED3DB4-7CF8-40B9-A9C1-620E76FB16F5}" presName="compChildNode" presStyleCnt="0"/>
      <dgm:spPr/>
    </dgm:pt>
    <dgm:pt modelId="{27711A2E-8162-40CB-A691-495BD3C5FC22}" type="pres">
      <dgm:prSet presAssocID="{F1ED3DB4-7CF8-40B9-A9C1-620E76FB16F5}" presName="theInnerList" presStyleCnt="0"/>
      <dgm:spPr/>
    </dgm:pt>
    <dgm:pt modelId="{AD0BA1B7-57A2-403A-80FB-DB74C6B6EB24}" type="pres">
      <dgm:prSet presAssocID="{CCE1CE9C-5B5E-49F9-BDA6-AC1098B62669}" presName="childNode" presStyleLbl="node1" presStyleIdx="0" presStyleCnt="3">
        <dgm:presLayoutVars>
          <dgm:bulletEnabled val="1"/>
        </dgm:presLayoutVars>
      </dgm:prSet>
      <dgm:spPr/>
    </dgm:pt>
    <dgm:pt modelId="{285D39AF-16C0-458A-8B18-CD1B70301100}" type="pres">
      <dgm:prSet presAssocID="{F1ED3DB4-7CF8-40B9-A9C1-620E76FB16F5}" presName="aSpace" presStyleCnt="0"/>
      <dgm:spPr/>
    </dgm:pt>
    <dgm:pt modelId="{2408B2CB-1666-4807-9CF6-22ED14B47D6A}" type="pres">
      <dgm:prSet presAssocID="{4941F553-3596-477E-BA88-8425F9B64586}" presName="compNode" presStyleCnt="0"/>
      <dgm:spPr/>
    </dgm:pt>
    <dgm:pt modelId="{6B3FA7CC-2039-4D26-9A00-C1A21D97876E}" type="pres">
      <dgm:prSet presAssocID="{4941F553-3596-477E-BA88-8425F9B64586}" presName="aNode" presStyleLbl="bgShp" presStyleIdx="2" presStyleCnt="4"/>
      <dgm:spPr/>
    </dgm:pt>
    <dgm:pt modelId="{DFB83A3B-CB9D-4648-AE39-C085D4A88C4D}" type="pres">
      <dgm:prSet presAssocID="{4941F553-3596-477E-BA88-8425F9B64586}" presName="textNode" presStyleLbl="bgShp" presStyleIdx="2" presStyleCnt="4"/>
      <dgm:spPr/>
    </dgm:pt>
    <dgm:pt modelId="{D7043153-1779-42A9-B950-E0C030377467}" type="pres">
      <dgm:prSet presAssocID="{4941F553-3596-477E-BA88-8425F9B64586}" presName="compChildNode" presStyleCnt="0"/>
      <dgm:spPr/>
    </dgm:pt>
    <dgm:pt modelId="{F86C83F4-0B08-4374-BDDD-30897DCDB775}" type="pres">
      <dgm:prSet presAssocID="{4941F553-3596-477E-BA88-8425F9B64586}" presName="theInnerList" presStyleCnt="0"/>
      <dgm:spPr/>
    </dgm:pt>
    <dgm:pt modelId="{560399E7-66E1-4BEF-9614-B2B41E537081}" type="pres">
      <dgm:prSet presAssocID="{83BA1C2F-F19E-4565-870D-7CB917D5AD8C}" presName="childNode" presStyleLbl="node1" presStyleIdx="1" presStyleCnt="3">
        <dgm:presLayoutVars>
          <dgm:bulletEnabled val="1"/>
        </dgm:presLayoutVars>
      </dgm:prSet>
      <dgm:spPr/>
    </dgm:pt>
    <dgm:pt modelId="{D961BDD9-0AF5-46D3-AFF2-4F8A3AA1609B}" type="pres">
      <dgm:prSet presAssocID="{4941F553-3596-477E-BA88-8425F9B64586}" presName="aSpace" presStyleCnt="0"/>
      <dgm:spPr/>
    </dgm:pt>
    <dgm:pt modelId="{096AA25A-BBAD-4329-9487-B9A282F3325C}" type="pres">
      <dgm:prSet presAssocID="{7BAFBC32-67DF-449B-B9A9-C79455D39588}" presName="compNode" presStyleCnt="0"/>
      <dgm:spPr/>
    </dgm:pt>
    <dgm:pt modelId="{C9131645-C3DF-4D8A-97C8-F2F18E60E276}" type="pres">
      <dgm:prSet presAssocID="{7BAFBC32-67DF-449B-B9A9-C79455D39588}" presName="aNode" presStyleLbl="bgShp" presStyleIdx="3" presStyleCnt="4"/>
      <dgm:spPr/>
    </dgm:pt>
    <dgm:pt modelId="{E8AC6F7F-48F5-4C87-9F57-B11DE9BE0A3D}" type="pres">
      <dgm:prSet presAssocID="{7BAFBC32-67DF-449B-B9A9-C79455D39588}" presName="textNode" presStyleLbl="bgShp" presStyleIdx="3" presStyleCnt="4"/>
      <dgm:spPr/>
    </dgm:pt>
    <dgm:pt modelId="{20F70DDA-9E04-446A-8AA6-3B272CBE552C}" type="pres">
      <dgm:prSet presAssocID="{7BAFBC32-67DF-449B-B9A9-C79455D39588}" presName="compChildNode" presStyleCnt="0"/>
      <dgm:spPr/>
    </dgm:pt>
    <dgm:pt modelId="{58BC930D-A0F7-4F39-94B7-5ECCC84A87CE}" type="pres">
      <dgm:prSet presAssocID="{7BAFBC32-67DF-449B-B9A9-C79455D39588}" presName="theInnerList" presStyleCnt="0"/>
      <dgm:spPr/>
    </dgm:pt>
    <dgm:pt modelId="{195AD4F1-DEF2-403D-B249-AB5AB9AF3F9C}" type="pres">
      <dgm:prSet presAssocID="{05626EC9-092D-42BF-ACAB-750E61F425B5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70F3F017-E858-43F0-8FF8-201A1A8ED7C2}" srcId="{7BAFBC32-67DF-449B-B9A9-C79455D39588}" destId="{05626EC9-092D-42BF-ACAB-750E61F425B5}" srcOrd="0" destOrd="0" parTransId="{769CCEA6-38ED-4CD4-BD16-DA41667B0E2B}" sibTransId="{2DCC7181-D1C5-4FA7-868B-36C985BCAF55}"/>
    <dgm:cxn modelId="{DF7EBE18-BF3D-4693-9551-558D293E9FEF}" srcId="{4941F553-3596-477E-BA88-8425F9B64586}" destId="{83BA1C2F-F19E-4565-870D-7CB917D5AD8C}" srcOrd="0" destOrd="0" parTransId="{5E721E92-FC7C-41D3-9203-C00AC58F438D}" sibTransId="{A95EDB47-E340-4EEB-BD1F-F8C1FF23BEEE}"/>
    <dgm:cxn modelId="{B2589F2C-3CC8-4971-B9C6-27E50247B194}" type="presOf" srcId="{4941F553-3596-477E-BA88-8425F9B64586}" destId="{DFB83A3B-CB9D-4648-AE39-C085D4A88C4D}" srcOrd="1" destOrd="0" presId="urn:microsoft.com/office/officeart/2005/8/layout/lProcess2"/>
    <dgm:cxn modelId="{AD49255E-196F-4185-BE1C-996F38565113}" srcId="{F1ED3DB4-7CF8-40B9-A9C1-620E76FB16F5}" destId="{CCE1CE9C-5B5E-49F9-BDA6-AC1098B62669}" srcOrd="0" destOrd="0" parTransId="{A867227C-7E04-4D52-A8E5-45F42EC686E8}" sibTransId="{2BE55D7E-B9A2-4593-9EB2-C7A322172707}"/>
    <dgm:cxn modelId="{75058450-E144-4FD2-9440-A40619E5F317}" srcId="{2CF9E299-E7A1-4893-96B7-A8EB9F1750F8}" destId="{F1ED3DB4-7CF8-40B9-A9C1-620E76FB16F5}" srcOrd="1" destOrd="0" parTransId="{D9B76A3E-BA37-47CD-8581-2141681C546F}" sibTransId="{54C5E353-9FF5-44BA-8DF8-34317D54B7F8}"/>
    <dgm:cxn modelId="{D0A23554-20CE-4B7A-A186-CF4FEA4504BA}" type="presOf" srcId="{A29BA739-7292-4CD9-93F9-EAC0C7933E68}" destId="{9A176651-CDCD-4A37-ABCB-881AB96DCC7C}" srcOrd="1" destOrd="0" presId="urn:microsoft.com/office/officeart/2005/8/layout/lProcess2"/>
    <dgm:cxn modelId="{474F4C54-3D2C-4C7B-8A2F-B9640DE49463}" srcId="{2CF9E299-E7A1-4893-96B7-A8EB9F1750F8}" destId="{7BAFBC32-67DF-449B-B9A9-C79455D39588}" srcOrd="3" destOrd="0" parTransId="{67C67CB3-73BB-479E-8002-EDBBE6560DD4}" sibTransId="{1A65C466-E055-431C-ABE0-A04B797FF051}"/>
    <dgm:cxn modelId="{D6DC0C56-D4E9-4807-8ED2-1ECD9505F3E9}" type="presOf" srcId="{4941F553-3596-477E-BA88-8425F9B64586}" destId="{6B3FA7CC-2039-4D26-9A00-C1A21D97876E}" srcOrd="0" destOrd="0" presId="urn:microsoft.com/office/officeart/2005/8/layout/lProcess2"/>
    <dgm:cxn modelId="{99509677-9DC2-4FA9-BCDF-D9C302C3298B}" type="presOf" srcId="{2CF9E299-E7A1-4893-96B7-A8EB9F1750F8}" destId="{29C4486A-0B3F-42F5-AB69-DEB0B2208513}" srcOrd="0" destOrd="0" presId="urn:microsoft.com/office/officeart/2005/8/layout/lProcess2"/>
    <dgm:cxn modelId="{3CD1F896-4DC5-481E-96D9-FD62E44437C7}" type="presOf" srcId="{CCE1CE9C-5B5E-49F9-BDA6-AC1098B62669}" destId="{AD0BA1B7-57A2-403A-80FB-DB74C6B6EB24}" srcOrd="0" destOrd="0" presId="urn:microsoft.com/office/officeart/2005/8/layout/lProcess2"/>
    <dgm:cxn modelId="{B9908698-812B-4EA6-94BA-DCC67FB36048}" type="presOf" srcId="{F1ED3DB4-7CF8-40B9-A9C1-620E76FB16F5}" destId="{A50A181C-1F2B-4F5F-8B0E-2F064FA0C331}" srcOrd="0" destOrd="0" presId="urn:microsoft.com/office/officeart/2005/8/layout/lProcess2"/>
    <dgm:cxn modelId="{DF5E6EA2-BFB3-4B38-9DDE-D4C687710A7C}" type="presOf" srcId="{05626EC9-092D-42BF-ACAB-750E61F425B5}" destId="{195AD4F1-DEF2-403D-B249-AB5AB9AF3F9C}" srcOrd="0" destOrd="0" presId="urn:microsoft.com/office/officeart/2005/8/layout/lProcess2"/>
    <dgm:cxn modelId="{CDC667AC-B52F-4CDF-883A-4C4E473DEAEE}" srcId="{2CF9E299-E7A1-4893-96B7-A8EB9F1750F8}" destId="{4941F553-3596-477E-BA88-8425F9B64586}" srcOrd="2" destOrd="0" parTransId="{DD4C58D7-AA7E-4BB6-B92D-E4565519F9AB}" sibTransId="{AB20A6B4-958F-455A-B53E-EAC3F7DA3515}"/>
    <dgm:cxn modelId="{FF30A0C5-CCFF-4050-AC85-2402F934F737}" type="presOf" srcId="{83BA1C2F-F19E-4565-870D-7CB917D5AD8C}" destId="{560399E7-66E1-4BEF-9614-B2B41E537081}" srcOrd="0" destOrd="0" presId="urn:microsoft.com/office/officeart/2005/8/layout/lProcess2"/>
    <dgm:cxn modelId="{E6E61FCF-138D-43A5-B872-F6F8B09625A5}" type="presOf" srcId="{7BAFBC32-67DF-449B-B9A9-C79455D39588}" destId="{C9131645-C3DF-4D8A-97C8-F2F18E60E276}" srcOrd="0" destOrd="0" presId="urn:microsoft.com/office/officeart/2005/8/layout/lProcess2"/>
    <dgm:cxn modelId="{6B1E43D5-141C-49D3-A37A-8E1783CE3801}" type="presOf" srcId="{F1ED3DB4-7CF8-40B9-A9C1-620E76FB16F5}" destId="{0E4BCE05-C60F-4564-903C-2282BECD0A98}" srcOrd="1" destOrd="0" presId="urn:microsoft.com/office/officeart/2005/8/layout/lProcess2"/>
    <dgm:cxn modelId="{3C8927D6-4B39-4835-B116-4C350C2874B3}" type="presOf" srcId="{7BAFBC32-67DF-449B-B9A9-C79455D39588}" destId="{E8AC6F7F-48F5-4C87-9F57-B11DE9BE0A3D}" srcOrd="1" destOrd="0" presId="urn:microsoft.com/office/officeart/2005/8/layout/lProcess2"/>
    <dgm:cxn modelId="{BB3B61D7-24AE-4EA6-A0B8-DD5002460421}" srcId="{2CF9E299-E7A1-4893-96B7-A8EB9F1750F8}" destId="{A29BA739-7292-4CD9-93F9-EAC0C7933E68}" srcOrd="0" destOrd="0" parTransId="{FF155EAF-ED16-4D85-B0F9-8D48BC1E57CB}" sibTransId="{03CBF5B9-9A18-422C-BBB4-BC65854A3884}"/>
    <dgm:cxn modelId="{F71BAAEF-BD68-48BE-A5F7-89899DF5A32A}" type="presOf" srcId="{A29BA739-7292-4CD9-93F9-EAC0C7933E68}" destId="{5BE98E9F-1A08-4120-8388-A6AC3A7DB736}" srcOrd="0" destOrd="0" presId="urn:microsoft.com/office/officeart/2005/8/layout/lProcess2"/>
    <dgm:cxn modelId="{1C8F2B04-C489-48AB-AAB3-FC4B771B6CD3}" type="presParOf" srcId="{29C4486A-0B3F-42F5-AB69-DEB0B2208513}" destId="{33F9FF87-99AE-43F3-A114-BF1AE1BB5328}" srcOrd="0" destOrd="0" presId="urn:microsoft.com/office/officeart/2005/8/layout/lProcess2"/>
    <dgm:cxn modelId="{9EA070EF-FB97-4C00-89C2-28A24527192A}" type="presParOf" srcId="{33F9FF87-99AE-43F3-A114-BF1AE1BB5328}" destId="{5BE98E9F-1A08-4120-8388-A6AC3A7DB736}" srcOrd="0" destOrd="0" presId="urn:microsoft.com/office/officeart/2005/8/layout/lProcess2"/>
    <dgm:cxn modelId="{AC212FD6-5673-4BD1-9461-05AA03333FCC}" type="presParOf" srcId="{33F9FF87-99AE-43F3-A114-BF1AE1BB5328}" destId="{9A176651-CDCD-4A37-ABCB-881AB96DCC7C}" srcOrd="1" destOrd="0" presId="urn:microsoft.com/office/officeart/2005/8/layout/lProcess2"/>
    <dgm:cxn modelId="{A579C71B-976F-4EE0-A97E-B4C5F2037736}" type="presParOf" srcId="{33F9FF87-99AE-43F3-A114-BF1AE1BB5328}" destId="{FA145223-1137-4093-9129-31A6C68C666E}" srcOrd="2" destOrd="0" presId="urn:microsoft.com/office/officeart/2005/8/layout/lProcess2"/>
    <dgm:cxn modelId="{AF8D446F-A112-415D-B918-96B781D4C8D3}" type="presParOf" srcId="{FA145223-1137-4093-9129-31A6C68C666E}" destId="{7F2BE23B-172C-4470-BE4E-D52DBF51AEC7}" srcOrd="0" destOrd="0" presId="urn:microsoft.com/office/officeart/2005/8/layout/lProcess2"/>
    <dgm:cxn modelId="{8ACDE6DC-C582-404C-81A4-81EAAF789D69}" type="presParOf" srcId="{29C4486A-0B3F-42F5-AB69-DEB0B2208513}" destId="{4FA8E346-3CF6-4409-B3D8-F6213B2AB9F2}" srcOrd="1" destOrd="0" presId="urn:microsoft.com/office/officeart/2005/8/layout/lProcess2"/>
    <dgm:cxn modelId="{BDC6D86E-52B3-43A3-9B81-794C3A13A977}" type="presParOf" srcId="{29C4486A-0B3F-42F5-AB69-DEB0B2208513}" destId="{038E9A96-3B05-42FD-B6D1-A04EC19BF826}" srcOrd="2" destOrd="0" presId="urn:microsoft.com/office/officeart/2005/8/layout/lProcess2"/>
    <dgm:cxn modelId="{F3B7B8E3-4538-42E6-B2EE-657EE909FEAA}" type="presParOf" srcId="{038E9A96-3B05-42FD-B6D1-A04EC19BF826}" destId="{A50A181C-1F2B-4F5F-8B0E-2F064FA0C331}" srcOrd="0" destOrd="0" presId="urn:microsoft.com/office/officeart/2005/8/layout/lProcess2"/>
    <dgm:cxn modelId="{91495EEF-5AEF-492A-95BA-006E9485BC38}" type="presParOf" srcId="{038E9A96-3B05-42FD-B6D1-A04EC19BF826}" destId="{0E4BCE05-C60F-4564-903C-2282BECD0A98}" srcOrd="1" destOrd="0" presId="urn:microsoft.com/office/officeart/2005/8/layout/lProcess2"/>
    <dgm:cxn modelId="{B1345B37-B2A1-4171-8FC0-C1FED8F34023}" type="presParOf" srcId="{038E9A96-3B05-42FD-B6D1-A04EC19BF826}" destId="{016C927E-4A04-4AD4-B8BE-388C0B224EE9}" srcOrd="2" destOrd="0" presId="urn:microsoft.com/office/officeart/2005/8/layout/lProcess2"/>
    <dgm:cxn modelId="{6FD4789D-8E99-40D0-ADE4-2FAC54B211E2}" type="presParOf" srcId="{016C927E-4A04-4AD4-B8BE-388C0B224EE9}" destId="{27711A2E-8162-40CB-A691-495BD3C5FC22}" srcOrd="0" destOrd="0" presId="urn:microsoft.com/office/officeart/2005/8/layout/lProcess2"/>
    <dgm:cxn modelId="{0B43B1F5-44A4-48EB-A551-DEE3C9BEAE22}" type="presParOf" srcId="{27711A2E-8162-40CB-A691-495BD3C5FC22}" destId="{AD0BA1B7-57A2-403A-80FB-DB74C6B6EB24}" srcOrd="0" destOrd="0" presId="urn:microsoft.com/office/officeart/2005/8/layout/lProcess2"/>
    <dgm:cxn modelId="{EF080909-6C61-4A75-B3C5-1D97F68CCD2E}" type="presParOf" srcId="{29C4486A-0B3F-42F5-AB69-DEB0B2208513}" destId="{285D39AF-16C0-458A-8B18-CD1B70301100}" srcOrd="3" destOrd="0" presId="urn:microsoft.com/office/officeart/2005/8/layout/lProcess2"/>
    <dgm:cxn modelId="{1513D18E-0283-48F0-80C0-6A9F6C6C7444}" type="presParOf" srcId="{29C4486A-0B3F-42F5-AB69-DEB0B2208513}" destId="{2408B2CB-1666-4807-9CF6-22ED14B47D6A}" srcOrd="4" destOrd="0" presId="urn:microsoft.com/office/officeart/2005/8/layout/lProcess2"/>
    <dgm:cxn modelId="{BBE6206E-A466-40D8-B8E3-797C6F8113F4}" type="presParOf" srcId="{2408B2CB-1666-4807-9CF6-22ED14B47D6A}" destId="{6B3FA7CC-2039-4D26-9A00-C1A21D97876E}" srcOrd="0" destOrd="0" presId="urn:microsoft.com/office/officeart/2005/8/layout/lProcess2"/>
    <dgm:cxn modelId="{A45B9147-4B5D-4506-AB29-FA97453E0EE9}" type="presParOf" srcId="{2408B2CB-1666-4807-9CF6-22ED14B47D6A}" destId="{DFB83A3B-CB9D-4648-AE39-C085D4A88C4D}" srcOrd="1" destOrd="0" presId="urn:microsoft.com/office/officeart/2005/8/layout/lProcess2"/>
    <dgm:cxn modelId="{7AD81D9B-CD80-45E0-BB82-6A779D030425}" type="presParOf" srcId="{2408B2CB-1666-4807-9CF6-22ED14B47D6A}" destId="{D7043153-1779-42A9-B950-E0C030377467}" srcOrd="2" destOrd="0" presId="urn:microsoft.com/office/officeart/2005/8/layout/lProcess2"/>
    <dgm:cxn modelId="{81BDAC55-CC35-47B3-8DCC-94B27E716BD5}" type="presParOf" srcId="{D7043153-1779-42A9-B950-E0C030377467}" destId="{F86C83F4-0B08-4374-BDDD-30897DCDB775}" srcOrd="0" destOrd="0" presId="urn:microsoft.com/office/officeart/2005/8/layout/lProcess2"/>
    <dgm:cxn modelId="{328F392A-1F9B-4B9D-AC8B-4CD092933DB6}" type="presParOf" srcId="{F86C83F4-0B08-4374-BDDD-30897DCDB775}" destId="{560399E7-66E1-4BEF-9614-B2B41E537081}" srcOrd="0" destOrd="0" presId="urn:microsoft.com/office/officeart/2005/8/layout/lProcess2"/>
    <dgm:cxn modelId="{0FFD42CC-02C0-49B3-AEB6-5ADC3E82E46C}" type="presParOf" srcId="{29C4486A-0B3F-42F5-AB69-DEB0B2208513}" destId="{D961BDD9-0AF5-46D3-AFF2-4F8A3AA1609B}" srcOrd="5" destOrd="0" presId="urn:microsoft.com/office/officeart/2005/8/layout/lProcess2"/>
    <dgm:cxn modelId="{88366B93-3CB1-44B9-A3D9-B2315A85559D}" type="presParOf" srcId="{29C4486A-0B3F-42F5-AB69-DEB0B2208513}" destId="{096AA25A-BBAD-4329-9487-B9A282F3325C}" srcOrd="6" destOrd="0" presId="urn:microsoft.com/office/officeart/2005/8/layout/lProcess2"/>
    <dgm:cxn modelId="{5CC01866-2625-4D0D-B098-F088F27222F6}" type="presParOf" srcId="{096AA25A-BBAD-4329-9487-B9A282F3325C}" destId="{C9131645-C3DF-4D8A-97C8-F2F18E60E276}" srcOrd="0" destOrd="0" presId="urn:microsoft.com/office/officeart/2005/8/layout/lProcess2"/>
    <dgm:cxn modelId="{BBF41356-ADF0-4F0E-87A5-A304E1D9FB9D}" type="presParOf" srcId="{096AA25A-BBAD-4329-9487-B9A282F3325C}" destId="{E8AC6F7F-48F5-4C87-9F57-B11DE9BE0A3D}" srcOrd="1" destOrd="0" presId="urn:microsoft.com/office/officeart/2005/8/layout/lProcess2"/>
    <dgm:cxn modelId="{C030E5FE-ED25-4714-9102-8A0FB54A1A64}" type="presParOf" srcId="{096AA25A-BBAD-4329-9487-B9A282F3325C}" destId="{20F70DDA-9E04-446A-8AA6-3B272CBE552C}" srcOrd="2" destOrd="0" presId="urn:microsoft.com/office/officeart/2005/8/layout/lProcess2"/>
    <dgm:cxn modelId="{8C9FB146-8B1F-4DDF-8BE7-5B038B53B5CC}" type="presParOf" srcId="{20F70DDA-9E04-446A-8AA6-3B272CBE552C}" destId="{58BC930D-A0F7-4F39-94B7-5ECCC84A87CE}" srcOrd="0" destOrd="0" presId="urn:microsoft.com/office/officeart/2005/8/layout/lProcess2"/>
    <dgm:cxn modelId="{92D29AE1-747C-4EBB-8FEB-CCAC9D81DE14}" type="presParOf" srcId="{58BC930D-A0F7-4F39-94B7-5ECCC84A87CE}" destId="{195AD4F1-DEF2-403D-B249-AB5AB9AF3F9C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CF9E299-E7A1-4893-96B7-A8EB9F1750F8}" type="doc">
      <dgm:prSet loTypeId="urn:microsoft.com/office/officeart/2005/8/layout/hierarchy4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1DBCD1AF-28ED-422B-84D5-FADFE043845C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Se crea un perfil de usuario por cada uno de los usuarios que han puntuado ítems</a:t>
          </a:r>
        </a:p>
      </dgm:t>
    </dgm:pt>
    <dgm:pt modelId="{37DBBBE3-D2FF-4058-B14B-404B7B70EA62}" type="parTrans" cxnId="{D5E2F58B-83C3-45B2-A5C0-0BCA662CA192}">
      <dgm:prSet/>
      <dgm:spPr/>
      <dgm:t>
        <a:bodyPr/>
        <a:lstStyle/>
        <a:p>
          <a:endParaRPr lang="es-ES" noProof="0"/>
        </a:p>
      </dgm:t>
    </dgm:pt>
    <dgm:pt modelId="{5B98837A-B919-42FE-B79F-0D6BD8665433}" type="sibTrans" cxnId="{D5E2F58B-83C3-45B2-A5C0-0BCA662CA192}">
      <dgm:prSet/>
      <dgm:spPr/>
      <dgm:t>
        <a:bodyPr/>
        <a:lstStyle/>
        <a:p>
          <a:endParaRPr lang="es-ES" noProof="0"/>
        </a:p>
      </dgm:t>
    </dgm:pt>
    <dgm:pt modelId="{A29BA739-7292-4CD9-93F9-EAC0C7933E68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Identificador de usuario</a:t>
          </a:r>
        </a:p>
      </dgm:t>
    </dgm:pt>
    <dgm:pt modelId="{FF155EAF-ED16-4D85-B0F9-8D48BC1E57CB}" type="parTrans" cxnId="{BB3B61D7-24AE-4EA6-A0B8-DD5002460421}">
      <dgm:prSet/>
      <dgm:spPr/>
      <dgm:t>
        <a:bodyPr/>
        <a:lstStyle/>
        <a:p>
          <a:endParaRPr lang="es-ES"/>
        </a:p>
      </dgm:t>
    </dgm:pt>
    <dgm:pt modelId="{03CBF5B9-9A18-422C-BBB4-BC65854A3884}" type="sibTrans" cxnId="{BB3B61D7-24AE-4EA6-A0B8-DD5002460421}">
      <dgm:prSet/>
      <dgm:spPr/>
      <dgm:t>
        <a:bodyPr/>
        <a:lstStyle/>
        <a:p>
          <a:endParaRPr lang="es-ES"/>
        </a:p>
      </dgm:t>
    </dgm:pt>
    <dgm:pt modelId="{1DBBB744-927F-4589-AC0D-B950828C8CBA}" type="pres">
      <dgm:prSet presAssocID="{2CF9E299-E7A1-4893-96B7-A8EB9F1750F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4E71E7-FFF9-4555-A312-C58D76DC870C}" type="pres">
      <dgm:prSet presAssocID="{A29BA739-7292-4CD9-93F9-EAC0C7933E68}" presName="vertOne" presStyleCnt="0"/>
      <dgm:spPr/>
    </dgm:pt>
    <dgm:pt modelId="{4AB26854-3257-4A33-84FC-565F6DC32ECE}" type="pres">
      <dgm:prSet presAssocID="{A29BA739-7292-4CD9-93F9-EAC0C7933E68}" presName="txOne" presStyleLbl="node0" presStyleIdx="0" presStyleCnt="1">
        <dgm:presLayoutVars>
          <dgm:chPref val="3"/>
        </dgm:presLayoutVars>
      </dgm:prSet>
      <dgm:spPr/>
    </dgm:pt>
    <dgm:pt modelId="{D594B987-9EE5-41D8-B543-9288E81D4DC7}" type="pres">
      <dgm:prSet presAssocID="{A29BA739-7292-4CD9-93F9-EAC0C7933E68}" presName="parTransOne" presStyleCnt="0"/>
      <dgm:spPr/>
    </dgm:pt>
    <dgm:pt modelId="{F578BD3B-7BC2-4955-8050-2B640C63DFA8}" type="pres">
      <dgm:prSet presAssocID="{A29BA739-7292-4CD9-93F9-EAC0C7933E68}" presName="horzOne" presStyleCnt="0"/>
      <dgm:spPr/>
    </dgm:pt>
    <dgm:pt modelId="{F3E20A4A-B0A7-4EFE-9DF2-71A2E28471E8}" type="pres">
      <dgm:prSet presAssocID="{1DBCD1AF-28ED-422B-84D5-FADFE043845C}" presName="vertTwo" presStyleCnt="0"/>
      <dgm:spPr/>
    </dgm:pt>
    <dgm:pt modelId="{3B7FD035-BE0E-4DCE-BF52-D8FA70FB9191}" type="pres">
      <dgm:prSet presAssocID="{1DBCD1AF-28ED-422B-84D5-FADFE043845C}" presName="txTwo" presStyleLbl="node2" presStyleIdx="0" presStyleCnt="1">
        <dgm:presLayoutVars>
          <dgm:chPref val="3"/>
        </dgm:presLayoutVars>
      </dgm:prSet>
      <dgm:spPr/>
    </dgm:pt>
    <dgm:pt modelId="{880991D9-9006-48B7-91AD-F1C8155D3795}" type="pres">
      <dgm:prSet presAssocID="{1DBCD1AF-28ED-422B-84D5-FADFE043845C}" presName="horzTwo" presStyleCnt="0"/>
      <dgm:spPr/>
    </dgm:pt>
  </dgm:ptLst>
  <dgm:cxnLst>
    <dgm:cxn modelId="{C93EB80D-0580-4307-BB62-F3A7D24E21A6}" type="presOf" srcId="{2CF9E299-E7A1-4893-96B7-A8EB9F1750F8}" destId="{1DBBB744-927F-4589-AC0D-B950828C8CBA}" srcOrd="0" destOrd="0" presId="urn:microsoft.com/office/officeart/2005/8/layout/hierarchy4"/>
    <dgm:cxn modelId="{D5E2F58B-83C3-45B2-A5C0-0BCA662CA192}" srcId="{A29BA739-7292-4CD9-93F9-EAC0C7933E68}" destId="{1DBCD1AF-28ED-422B-84D5-FADFE043845C}" srcOrd="0" destOrd="0" parTransId="{37DBBBE3-D2FF-4058-B14B-404B7B70EA62}" sibTransId="{5B98837A-B919-42FE-B79F-0D6BD8665433}"/>
    <dgm:cxn modelId="{9E1178B5-2AB4-4063-A71B-3F04A066BCEA}" type="presOf" srcId="{1DBCD1AF-28ED-422B-84D5-FADFE043845C}" destId="{3B7FD035-BE0E-4DCE-BF52-D8FA70FB9191}" srcOrd="0" destOrd="0" presId="urn:microsoft.com/office/officeart/2005/8/layout/hierarchy4"/>
    <dgm:cxn modelId="{BCA7AFBA-5783-43D1-AD78-67BCD084E19D}" type="presOf" srcId="{A29BA739-7292-4CD9-93F9-EAC0C7933E68}" destId="{4AB26854-3257-4A33-84FC-565F6DC32ECE}" srcOrd="0" destOrd="0" presId="urn:microsoft.com/office/officeart/2005/8/layout/hierarchy4"/>
    <dgm:cxn modelId="{BB3B61D7-24AE-4EA6-A0B8-DD5002460421}" srcId="{2CF9E299-E7A1-4893-96B7-A8EB9F1750F8}" destId="{A29BA739-7292-4CD9-93F9-EAC0C7933E68}" srcOrd="0" destOrd="0" parTransId="{FF155EAF-ED16-4D85-B0F9-8D48BC1E57CB}" sibTransId="{03CBF5B9-9A18-422C-BBB4-BC65854A3884}"/>
    <dgm:cxn modelId="{609E2173-7181-42F2-A563-4AD2F09284D6}" type="presParOf" srcId="{1DBBB744-927F-4589-AC0D-B950828C8CBA}" destId="{B64E71E7-FFF9-4555-A312-C58D76DC870C}" srcOrd="0" destOrd="0" presId="urn:microsoft.com/office/officeart/2005/8/layout/hierarchy4"/>
    <dgm:cxn modelId="{F61B8001-3338-4D75-A979-9ECB1F0F873D}" type="presParOf" srcId="{B64E71E7-FFF9-4555-A312-C58D76DC870C}" destId="{4AB26854-3257-4A33-84FC-565F6DC32ECE}" srcOrd="0" destOrd="0" presId="urn:microsoft.com/office/officeart/2005/8/layout/hierarchy4"/>
    <dgm:cxn modelId="{27B9A85A-FAAC-47A5-9263-1DEECE7DD2F3}" type="presParOf" srcId="{B64E71E7-FFF9-4555-A312-C58D76DC870C}" destId="{D594B987-9EE5-41D8-B543-9288E81D4DC7}" srcOrd="1" destOrd="0" presId="urn:microsoft.com/office/officeart/2005/8/layout/hierarchy4"/>
    <dgm:cxn modelId="{D33DF895-0F85-4093-A590-E4DFDEFE1C62}" type="presParOf" srcId="{B64E71E7-FFF9-4555-A312-C58D76DC870C}" destId="{F578BD3B-7BC2-4955-8050-2B640C63DFA8}" srcOrd="2" destOrd="0" presId="urn:microsoft.com/office/officeart/2005/8/layout/hierarchy4"/>
    <dgm:cxn modelId="{A630DFDF-3929-4A3C-8F48-510F53339B69}" type="presParOf" srcId="{F578BD3B-7BC2-4955-8050-2B640C63DFA8}" destId="{F3E20A4A-B0A7-4EFE-9DF2-71A2E28471E8}" srcOrd="0" destOrd="0" presId="urn:microsoft.com/office/officeart/2005/8/layout/hierarchy4"/>
    <dgm:cxn modelId="{D334B613-F788-4D45-9981-6AB51C970FED}" type="presParOf" srcId="{F3E20A4A-B0A7-4EFE-9DF2-71A2E28471E8}" destId="{3B7FD035-BE0E-4DCE-BF52-D8FA70FB9191}" srcOrd="0" destOrd="0" presId="urn:microsoft.com/office/officeart/2005/8/layout/hierarchy4"/>
    <dgm:cxn modelId="{AD3375AA-2602-4092-AAD8-DF9BFBEFD284}" type="presParOf" srcId="{F3E20A4A-B0A7-4EFE-9DF2-71A2E28471E8}" destId="{880991D9-9006-48B7-91AD-F1C8155D379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CF9E299-E7A1-4893-96B7-A8EB9F1750F8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BBF45C97-E107-478F-966C-09683CBB5998}">
      <dgm:prSet/>
      <dgm:spPr/>
      <dgm:t>
        <a:bodyPr/>
        <a:lstStyle/>
        <a:p>
          <a:pPr rtl="0"/>
          <a:r>
            <a:rPr lang="es-ES" b="0" i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Contiene el grado de interés del usuario en cada una de los 20 géneros de películas</a:t>
          </a:r>
        </a:p>
      </dgm:t>
    </dgm:pt>
    <dgm:pt modelId="{212C6250-58C8-47C1-A655-378311B71D7E}" type="parTrans" cxnId="{A1FDE554-2D8A-4DBA-9E3A-8CCACBD61251}">
      <dgm:prSet/>
      <dgm:spPr/>
      <dgm:t>
        <a:bodyPr/>
        <a:lstStyle/>
        <a:p>
          <a:endParaRPr lang="es-ES"/>
        </a:p>
      </dgm:t>
    </dgm:pt>
    <dgm:pt modelId="{862E4DFD-9302-491D-A889-B3D37CE97FAA}" type="sibTrans" cxnId="{A1FDE554-2D8A-4DBA-9E3A-8CCACBD61251}">
      <dgm:prSet/>
      <dgm:spPr/>
      <dgm:t>
        <a:bodyPr/>
        <a:lstStyle/>
        <a:p>
          <a:endParaRPr lang="es-ES"/>
        </a:p>
      </dgm:t>
    </dgm:pt>
    <dgm:pt modelId="{F43A9A71-EFE3-4FBC-9B63-A2EF42CE0338}">
      <dgm:prSet/>
      <dgm:spPr/>
      <dgm:t>
        <a:bodyPr/>
        <a:lstStyle/>
        <a:p>
          <a:pPr rtl="0"/>
          <a:r>
            <a:rPr lang="es-ES" b="0" i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 puede usar un vector, por ejemplo, donde la posición 0 represente el género 12,… y la posición 19, el género 10770</a:t>
          </a:r>
        </a:p>
      </dgm:t>
    </dgm:pt>
    <dgm:pt modelId="{200FDA28-DB1B-43D3-88DE-AE80C0059EEB}" type="parTrans" cxnId="{5248A7EE-CDAF-42CD-B80E-00FC8F33C5E8}">
      <dgm:prSet/>
      <dgm:spPr/>
      <dgm:t>
        <a:bodyPr/>
        <a:lstStyle/>
        <a:p>
          <a:endParaRPr lang="es-ES"/>
        </a:p>
      </dgm:t>
    </dgm:pt>
    <dgm:pt modelId="{E4C37438-2922-4180-A800-11960F691416}" type="sibTrans" cxnId="{5248A7EE-CDAF-42CD-B80E-00FC8F33C5E8}">
      <dgm:prSet/>
      <dgm:spPr/>
      <dgm:t>
        <a:bodyPr/>
        <a:lstStyle/>
        <a:p>
          <a:endParaRPr lang="es-ES"/>
        </a:p>
      </dgm:t>
    </dgm:pt>
    <dgm:pt modelId="{2D029550-08AD-460C-9077-A98D33929116}" type="pres">
      <dgm:prSet presAssocID="{2CF9E299-E7A1-4893-96B7-A8EB9F1750F8}" presName="diagram" presStyleCnt="0">
        <dgm:presLayoutVars>
          <dgm:dir/>
          <dgm:resizeHandles val="exact"/>
        </dgm:presLayoutVars>
      </dgm:prSet>
      <dgm:spPr/>
    </dgm:pt>
    <dgm:pt modelId="{35C46047-3E45-4601-905D-4B2A7A3075AD}" type="pres">
      <dgm:prSet presAssocID="{BBF45C97-E107-478F-966C-09683CBB5998}" presName="node" presStyleLbl="node1" presStyleIdx="0" presStyleCnt="2">
        <dgm:presLayoutVars>
          <dgm:bulletEnabled val="1"/>
        </dgm:presLayoutVars>
      </dgm:prSet>
      <dgm:spPr/>
    </dgm:pt>
    <dgm:pt modelId="{7D841CDE-4D4C-457B-B5E1-715B380B12EB}" type="pres">
      <dgm:prSet presAssocID="{862E4DFD-9302-491D-A889-B3D37CE97FAA}" presName="sibTrans" presStyleCnt="0"/>
      <dgm:spPr/>
    </dgm:pt>
    <dgm:pt modelId="{3FCC7A2B-0F72-4F97-B0C4-492679EC5AEA}" type="pres">
      <dgm:prSet presAssocID="{F43A9A71-EFE3-4FBC-9B63-A2EF42CE0338}" presName="node" presStyleLbl="node1" presStyleIdx="1" presStyleCnt="2">
        <dgm:presLayoutVars>
          <dgm:bulletEnabled val="1"/>
        </dgm:presLayoutVars>
      </dgm:prSet>
      <dgm:spPr/>
    </dgm:pt>
  </dgm:ptLst>
  <dgm:cxnLst>
    <dgm:cxn modelId="{A1FDE554-2D8A-4DBA-9E3A-8CCACBD61251}" srcId="{2CF9E299-E7A1-4893-96B7-A8EB9F1750F8}" destId="{BBF45C97-E107-478F-966C-09683CBB5998}" srcOrd="0" destOrd="0" parTransId="{212C6250-58C8-47C1-A655-378311B71D7E}" sibTransId="{862E4DFD-9302-491D-A889-B3D37CE97FAA}"/>
    <dgm:cxn modelId="{7931BF78-E28E-4DD3-8F19-A9F5F6DF13B9}" type="presOf" srcId="{2CF9E299-E7A1-4893-96B7-A8EB9F1750F8}" destId="{2D029550-08AD-460C-9077-A98D33929116}" srcOrd="0" destOrd="0" presId="urn:microsoft.com/office/officeart/2005/8/layout/default"/>
    <dgm:cxn modelId="{CE772A82-F106-4306-BCB4-A32C6D19908F}" type="presOf" srcId="{F43A9A71-EFE3-4FBC-9B63-A2EF42CE0338}" destId="{3FCC7A2B-0F72-4F97-B0C4-492679EC5AEA}" srcOrd="0" destOrd="0" presId="urn:microsoft.com/office/officeart/2005/8/layout/default"/>
    <dgm:cxn modelId="{95ED83BD-4A94-4A7E-9299-724797F5F4BD}" type="presOf" srcId="{BBF45C97-E107-478F-966C-09683CBB5998}" destId="{35C46047-3E45-4601-905D-4B2A7A3075AD}" srcOrd="0" destOrd="0" presId="urn:microsoft.com/office/officeart/2005/8/layout/default"/>
    <dgm:cxn modelId="{5248A7EE-CDAF-42CD-B80E-00FC8F33C5E8}" srcId="{2CF9E299-E7A1-4893-96B7-A8EB9F1750F8}" destId="{F43A9A71-EFE3-4FBC-9B63-A2EF42CE0338}" srcOrd="1" destOrd="0" parTransId="{200FDA28-DB1B-43D3-88DE-AE80C0059EEB}" sibTransId="{E4C37438-2922-4180-A800-11960F691416}"/>
    <dgm:cxn modelId="{52F78FD4-557D-4B2D-9631-8E3FED002225}" type="presParOf" srcId="{2D029550-08AD-460C-9077-A98D33929116}" destId="{35C46047-3E45-4601-905D-4B2A7A3075AD}" srcOrd="0" destOrd="0" presId="urn:microsoft.com/office/officeart/2005/8/layout/default"/>
    <dgm:cxn modelId="{EF50DBD6-BB1D-40DC-BF6D-AC0E096C0DD5}" type="presParOf" srcId="{2D029550-08AD-460C-9077-A98D33929116}" destId="{7D841CDE-4D4C-457B-B5E1-715B380B12EB}" srcOrd="1" destOrd="0" presId="urn:microsoft.com/office/officeart/2005/8/layout/default"/>
    <dgm:cxn modelId="{63ECC202-5B71-44B2-9B07-B471565773C9}" type="presParOf" srcId="{2D029550-08AD-460C-9077-A98D33929116}" destId="{3FCC7A2B-0F72-4F97-B0C4-492679EC5AE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lProcess1" loCatId="process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s-ES"/>
        </a:p>
      </dgm:t>
    </dgm:pt>
    <dgm:pt modelId="{3DA2FEC2-1DFF-4263-BFCD-DCE924D458DC}">
      <dgm:prSet/>
      <dgm:spPr/>
      <dgm:t>
        <a:bodyPr/>
        <a:lstStyle/>
        <a:p>
          <a:r>
            <a:rPr lang="es-ES" dirty="0"/>
            <a:t>Usuario del dataset</a:t>
          </a:r>
        </a:p>
      </dgm:t>
    </dgm:pt>
    <dgm:pt modelId="{CE269832-4446-480D-A9E7-521273A89601}" type="parTrans" cxnId="{962A90EF-A229-4B52-970D-5C4F8B83A75D}">
      <dgm:prSet/>
      <dgm:spPr/>
      <dgm:t>
        <a:bodyPr/>
        <a:lstStyle/>
        <a:p>
          <a:endParaRPr lang="es-ES"/>
        </a:p>
      </dgm:t>
    </dgm:pt>
    <dgm:pt modelId="{7104D665-3515-463D-95CE-73971A6C80FD}" type="sibTrans" cxnId="{962A90EF-A229-4B52-970D-5C4F8B83A75D}">
      <dgm:prSet/>
      <dgm:spPr/>
      <dgm:t>
        <a:bodyPr/>
        <a:lstStyle/>
        <a:p>
          <a:endParaRPr lang="es-ES"/>
        </a:p>
      </dgm:t>
    </dgm:pt>
    <dgm:pt modelId="{4E10002A-2E5F-4323-B658-2565F65B97D5}">
      <dgm:prSet/>
      <dgm:spPr/>
      <dgm:t>
        <a:bodyPr/>
        <a:lstStyle/>
        <a:p>
          <a:r>
            <a:rPr lang="es-ES" dirty="0"/>
            <a:t>Inferir las preferencias de las puntuaciones de películas del fichero de entrenamiento</a:t>
          </a:r>
        </a:p>
      </dgm:t>
    </dgm:pt>
    <dgm:pt modelId="{662116B5-5CA0-4916-9255-3D20385B7705}" type="parTrans" cxnId="{2ECD7952-7FAC-42CD-8D2A-3231EDBF0E9D}">
      <dgm:prSet/>
      <dgm:spPr/>
      <dgm:t>
        <a:bodyPr/>
        <a:lstStyle/>
        <a:p>
          <a:endParaRPr lang="es-ES"/>
        </a:p>
      </dgm:t>
    </dgm:pt>
    <dgm:pt modelId="{760A7CF2-2258-49AC-A9CD-E84773DE1424}" type="sibTrans" cxnId="{2ECD7952-7FAC-42CD-8D2A-3231EDBF0E9D}">
      <dgm:prSet/>
      <dgm:spPr/>
      <dgm:t>
        <a:bodyPr/>
        <a:lstStyle/>
        <a:p>
          <a:endParaRPr lang="es-ES"/>
        </a:p>
      </dgm:t>
    </dgm:pt>
    <dgm:pt modelId="{E8F90618-35A7-4AF0-858E-239B6C478EEE}">
      <dgm:prSet/>
      <dgm:spPr/>
      <dgm:t>
        <a:bodyPr/>
        <a:lstStyle/>
        <a:p>
          <a:r>
            <a:rPr lang="es-ES" dirty="0"/>
            <a:t>Usuario registrado</a:t>
          </a:r>
        </a:p>
      </dgm:t>
    </dgm:pt>
    <dgm:pt modelId="{6AF36988-B571-4A94-A282-78E19C1EC0A8}" type="parTrans" cxnId="{2952CD85-A5A3-437D-83B4-85DC549F1FCA}">
      <dgm:prSet/>
      <dgm:spPr/>
      <dgm:t>
        <a:bodyPr/>
        <a:lstStyle/>
        <a:p>
          <a:endParaRPr lang="es-ES"/>
        </a:p>
      </dgm:t>
    </dgm:pt>
    <dgm:pt modelId="{7428C817-80FF-4F70-9589-243D07FA726F}" type="sibTrans" cxnId="{2952CD85-A5A3-437D-83B4-85DC549F1FCA}">
      <dgm:prSet/>
      <dgm:spPr/>
      <dgm:t>
        <a:bodyPr/>
        <a:lstStyle/>
        <a:p>
          <a:endParaRPr lang="es-ES"/>
        </a:p>
      </dgm:t>
    </dgm:pt>
    <dgm:pt modelId="{227ECCF9-3E32-410D-94B4-286062BE2E01}">
      <dgm:prSet/>
      <dgm:spPr/>
      <dgm:t>
        <a:bodyPr/>
        <a:lstStyle/>
        <a:p>
          <a:r>
            <a:rPr lang="es-ES" dirty="0"/>
            <a:t>Se piden las preferencias en el momento del registro</a:t>
          </a:r>
        </a:p>
      </dgm:t>
    </dgm:pt>
    <dgm:pt modelId="{6D873665-C5F2-4A57-9A0A-4CAB7C982950}" type="parTrans" cxnId="{F57F8AA9-1873-40FA-A67B-0CE7A78F7266}">
      <dgm:prSet/>
      <dgm:spPr/>
      <dgm:t>
        <a:bodyPr/>
        <a:lstStyle/>
        <a:p>
          <a:endParaRPr lang="es-ES"/>
        </a:p>
      </dgm:t>
    </dgm:pt>
    <dgm:pt modelId="{B3FC451B-0B37-4507-A355-1ECC4C1489CB}" type="sibTrans" cxnId="{F57F8AA9-1873-40FA-A67B-0CE7A78F7266}">
      <dgm:prSet/>
      <dgm:spPr/>
      <dgm:t>
        <a:bodyPr/>
        <a:lstStyle/>
        <a:p>
          <a:endParaRPr lang="es-ES"/>
        </a:p>
      </dgm:t>
    </dgm:pt>
    <dgm:pt modelId="{3323F88C-2F55-4799-8AC7-395D4506702C}" type="pres">
      <dgm:prSet presAssocID="{AFA075C2-A5B6-4089-944D-722FA774510E}" presName="Name0" presStyleCnt="0">
        <dgm:presLayoutVars>
          <dgm:dir/>
          <dgm:animLvl val="lvl"/>
          <dgm:resizeHandles val="exact"/>
        </dgm:presLayoutVars>
      </dgm:prSet>
      <dgm:spPr/>
    </dgm:pt>
    <dgm:pt modelId="{C5654713-AD1E-4AA0-953C-9A3F791ECD27}" type="pres">
      <dgm:prSet presAssocID="{3DA2FEC2-1DFF-4263-BFCD-DCE924D458DC}" presName="vertFlow" presStyleCnt="0"/>
      <dgm:spPr/>
    </dgm:pt>
    <dgm:pt modelId="{546656D8-7903-4F92-8351-CCC7EE708DCC}" type="pres">
      <dgm:prSet presAssocID="{3DA2FEC2-1DFF-4263-BFCD-DCE924D458DC}" presName="header" presStyleLbl="node1" presStyleIdx="0" presStyleCnt="2"/>
      <dgm:spPr/>
    </dgm:pt>
    <dgm:pt modelId="{0ECB16A6-A79F-473D-83B1-4A51C9E32329}" type="pres">
      <dgm:prSet presAssocID="{662116B5-5CA0-4916-9255-3D20385B7705}" presName="parTrans" presStyleLbl="sibTrans2D1" presStyleIdx="0" presStyleCnt="2"/>
      <dgm:spPr/>
    </dgm:pt>
    <dgm:pt modelId="{295DA287-C369-4CFF-AEA8-A981909541E9}" type="pres">
      <dgm:prSet presAssocID="{4E10002A-2E5F-4323-B658-2565F65B97D5}" presName="child" presStyleLbl="alignAccFollowNode1" presStyleIdx="0" presStyleCnt="2">
        <dgm:presLayoutVars>
          <dgm:chMax val="0"/>
          <dgm:bulletEnabled val="1"/>
        </dgm:presLayoutVars>
      </dgm:prSet>
      <dgm:spPr/>
    </dgm:pt>
    <dgm:pt modelId="{84A9FEFF-04F6-4C14-A064-8D8356F25F9D}" type="pres">
      <dgm:prSet presAssocID="{3DA2FEC2-1DFF-4263-BFCD-DCE924D458DC}" presName="hSp" presStyleCnt="0"/>
      <dgm:spPr/>
    </dgm:pt>
    <dgm:pt modelId="{7E577A72-50B8-48C6-825A-7DE34E899F7A}" type="pres">
      <dgm:prSet presAssocID="{E8F90618-35A7-4AF0-858E-239B6C478EEE}" presName="vertFlow" presStyleCnt="0"/>
      <dgm:spPr/>
    </dgm:pt>
    <dgm:pt modelId="{05F2F84D-4231-488F-B3D8-E1AE266FDA1E}" type="pres">
      <dgm:prSet presAssocID="{E8F90618-35A7-4AF0-858E-239B6C478EEE}" presName="header" presStyleLbl="node1" presStyleIdx="1" presStyleCnt="2"/>
      <dgm:spPr/>
    </dgm:pt>
    <dgm:pt modelId="{615F3B5D-2F57-4D43-A1D3-61B14A67E608}" type="pres">
      <dgm:prSet presAssocID="{6D873665-C5F2-4A57-9A0A-4CAB7C982950}" presName="parTrans" presStyleLbl="sibTrans2D1" presStyleIdx="1" presStyleCnt="2"/>
      <dgm:spPr/>
    </dgm:pt>
    <dgm:pt modelId="{F3862603-A23E-48D2-9086-2E66097BF260}" type="pres">
      <dgm:prSet presAssocID="{227ECCF9-3E32-410D-94B4-286062BE2E01}" presName="child" presStyleLbl="alignAccFollowNode1" presStyleIdx="1" presStyleCnt="2">
        <dgm:presLayoutVars>
          <dgm:chMax val="0"/>
          <dgm:bulletEnabled val="1"/>
        </dgm:presLayoutVars>
      </dgm:prSet>
      <dgm:spPr/>
    </dgm:pt>
  </dgm:ptLst>
  <dgm:cxnLst>
    <dgm:cxn modelId="{FCFC290B-1E3F-4B29-B426-D1B16762A5B0}" type="presOf" srcId="{6D873665-C5F2-4A57-9A0A-4CAB7C982950}" destId="{615F3B5D-2F57-4D43-A1D3-61B14A67E608}" srcOrd="0" destOrd="0" presId="urn:microsoft.com/office/officeart/2005/8/layout/lProcess1"/>
    <dgm:cxn modelId="{2ECD7952-7FAC-42CD-8D2A-3231EDBF0E9D}" srcId="{3DA2FEC2-1DFF-4263-BFCD-DCE924D458DC}" destId="{4E10002A-2E5F-4323-B658-2565F65B97D5}" srcOrd="0" destOrd="0" parTransId="{662116B5-5CA0-4916-9255-3D20385B7705}" sibTransId="{760A7CF2-2258-49AC-A9CD-E84773DE1424}"/>
    <dgm:cxn modelId="{10D05C75-0F19-4140-9D4B-A27988ACBE56}" type="presOf" srcId="{662116B5-5CA0-4916-9255-3D20385B7705}" destId="{0ECB16A6-A79F-473D-83B1-4A51C9E32329}" srcOrd="0" destOrd="0" presId="urn:microsoft.com/office/officeart/2005/8/layout/lProcess1"/>
    <dgm:cxn modelId="{2952CD85-A5A3-437D-83B4-85DC549F1FCA}" srcId="{AFA075C2-A5B6-4089-944D-722FA774510E}" destId="{E8F90618-35A7-4AF0-858E-239B6C478EEE}" srcOrd="1" destOrd="0" parTransId="{6AF36988-B571-4A94-A282-78E19C1EC0A8}" sibTransId="{7428C817-80FF-4F70-9589-243D07FA726F}"/>
    <dgm:cxn modelId="{0419988F-2E28-4F93-BE3D-AF4D461AFB99}" type="presOf" srcId="{227ECCF9-3E32-410D-94B4-286062BE2E01}" destId="{F3862603-A23E-48D2-9086-2E66097BF260}" srcOrd="0" destOrd="0" presId="urn:microsoft.com/office/officeart/2005/8/layout/lProcess1"/>
    <dgm:cxn modelId="{13C65DA3-F94B-434E-A4CC-06752D271FF0}" type="presOf" srcId="{4E10002A-2E5F-4323-B658-2565F65B97D5}" destId="{295DA287-C369-4CFF-AEA8-A981909541E9}" srcOrd="0" destOrd="0" presId="urn:microsoft.com/office/officeart/2005/8/layout/lProcess1"/>
    <dgm:cxn modelId="{F57F8AA9-1873-40FA-A67B-0CE7A78F7266}" srcId="{E8F90618-35A7-4AF0-858E-239B6C478EEE}" destId="{227ECCF9-3E32-410D-94B4-286062BE2E01}" srcOrd="0" destOrd="0" parTransId="{6D873665-C5F2-4A57-9A0A-4CAB7C982950}" sibTransId="{B3FC451B-0B37-4507-A355-1ECC4C1489CB}"/>
    <dgm:cxn modelId="{E16F9DAA-F396-4F12-B49A-01976A86C37E}" type="presOf" srcId="{3DA2FEC2-1DFF-4263-BFCD-DCE924D458DC}" destId="{546656D8-7903-4F92-8351-CCC7EE708DCC}" srcOrd="0" destOrd="0" presId="urn:microsoft.com/office/officeart/2005/8/layout/lProcess1"/>
    <dgm:cxn modelId="{AF8D66DD-7E8F-44F7-BBF2-5D89B4ED68F1}" type="presOf" srcId="{E8F90618-35A7-4AF0-858E-239B6C478EEE}" destId="{05F2F84D-4231-488F-B3D8-E1AE266FDA1E}" srcOrd="0" destOrd="0" presId="urn:microsoft.com/office/officeart/2005/8/layout/lProcess1"/>
    <dgm:cxn modelId="{962A90EF-A229-4B52-970D-5C4F8B83A75D}" srcId="{AFA075C2-A5B6-4089-944D-722FA774510E}" destId="{3DA2FEC2-1DFF-4263-BFCD-DCE924D458DC}" srcOrd="0" destOrd="0" parTransId="{CE269832-4446-480D-A9E7-521273A89601}" sibTransId="{7104D665-3515-463D-95CE-73971A6C80FD}"/>
    <dgm:cxn modelId="{7E78C1F3-DDC9-4516-AE04-47501475092E}" type="presOf" srcId="{AFA075C2-A5B6-4089-944D-722FA774510E}" destId="{3323F88C-2F55-4799-8AC7-395D4506702C}" srcOrd="0" destOrd="0" presId="urn:microsoft.com/office/officeart/2005/8/layout/lProcess1"/>
    <dgm:cxn modelId="{17FEEE22-25C6-4C22-8592-876ABFC74A38}" type="presParOf" srcId="{3323F88C-2F55-4799-8AC7-395D4506702C}" destId="{C5654713-AD1E-4AA0-953C-9A3F791ECD27}" srcOrd="0" destOrd="0" presId="urn:microsoft.com/office/officeart/2005/8/layout/lProcess1"/>
    <dgm:cxn modelId="{2F618511-9BC7-4410-830B-D5AD734A5BD1}" type="presParOf" srcId="{C5654713-AD1E-4AA0-953C-9A3F791ECD27}" destId="{546656D8-7903-4F92-8351-CCC7EE708DCC}" srcOrd="0" destOrd="0" presId="urn:microsoft.com/office/officeart/2005/8/layout/lProcess1"/>
    <dgm:cxn modelId="{901FC2FA-DA4F-496A-B281-59E0AB8E7CE5}" type="presParOf" srcId="{C5654713-AD1E-4AA0-953C-9A3F791ECD27}" destId="{0ECB16A6-A79F-473D-83B1-4A51C9E32329}" srcOrd="1" destOrd="0" presId="urn:microsoft.com/office/officeart/2005/8/layout/lProcess1"/>
    <dgm:cxn modelId="{CEDD1842-ADB3-4B1B-8D7B-1D9368407150}" type="presParOf" srcId="{C5654713-AD1E-4AA0-953C-9A3F791ECD27}" destId="{295DA287-C369-4CFF-AEA8-A981909541E9}" srcOrd="2" destOrd="0" presId="urn:microsoft.com/office/officeart/2005/8/layout/lProcess1"/>
    <dgm:cxn modelId="{0F0302A0-BB73-4A20-B667-24DD67978061}" type="presParOf" srcId="{3323F88C-2F55-4799-8AC7-395D4506702C}" destId="{84A9FEFF-04F6-4C14-A064-8D8356F25F9D}" srcOrd="1" destOrd="0" presId="urn:microsoft.com/office/officeart/2005/8/layout/lProcess1"/>
    <dgm:cxn modelId="{F5B311F7-6143-40C6-BBF9-63611B919D38}" type="presParOf" srcId="{3323F88C-2F55-4799-8AC7-395D4506702C}" destId="{7E577A72-50B8-48C6-825A-7DE34E899F7A}" srcOrd="2" destOrd="0" presId="urn:microsoft.com/office/officeart/2005/8/layout/lProcess1"/>
    <dgm:cxn modelId="{1CD04BFD-9508-4441-9B35-6AE24713D387}" type="presParOf" srcId="{7E577A72-50B8-48C6-825A-7DE34E899F7A}" destId="{05F2F84D-4231-488F-B3D8-E1AE266FDA1E}" srcOrd="0" destOrd="0" presId="urn:microsoft.com/office/officeart/2005/8/layout/lProcess1"/>
    <dgm:cxn modelId="{9DF35D5F-1D7F-4678-9072-8281B41B04F2}" type="presParOf" srcId="{7E577A72-50B8-48C6-825A-7DE34E899F7A}" destId="{615F3B5D-2F57-4D43-A1D3-61B14A67E608}" srcOrd="1" destOrd="0" presId="urn:microsoft.com/office/officeart/2005/8/layout/lProcess1"/>
    <dgm:cxn modelId="{DF06E78B-3156-4988-8F69-43F897A4887C}" type="presParOf" srcId="{7E577A72-50B8-48C6-825A-7DE34E899F7A}" destId="{F3862603-A23E-48D2-9086-2E66097BF260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ES"/>
        </a:p>
      </dgm:t>
    </dgm:pt>
    <dgm:pt modelId="{112A9E83-3637-4C43-B7AF-203987B6BAE7}">
      <dgm:prSet/>
      <dgm:spPr/>
      <dgm:t>
        <a:bodyPr/>
        <a:lstStyle/>
        <a:p>
          <a:r>
            <a:rPr lang="es-ES" dirty="0"/>
            <a:t>Aconsejable convertir las puntuaciones del dataset a valores entre 0 y 100</a:t>
          </a:r>
        </a:p>
      </dgm:t>
    </dgm:pt>
    <dgm:pt modelId="{303066E3-0134-4223-AC30-73BB2BCC5DF4}" type="parTrans" cxnId="{E57A8AFD-3DD3-4621-9B7B-301693502B29}">
      <dgm:prSet/>
      <dgm:spPr/>
      <dgm:t>
        <a:bodyPr/>
        <a:lstStyle/>
        <a:p>
          <a:endParaRPr lang="es-ES"/>
        </a:p>
      </dgm:t>
    </dgm:pt>
    <dgm:pt modelId="{0A402705-9C82-4602-8F37-2B867878ECA2}" type="sibTrans" cxnId="{E57A8AFD-3DD3-4621-9B7B-301693502B29}">
      <dgm:prSet/>
      <dgm:spPr/>
      <dgm:t>
        <a:bodyPr/>
        <a:lstStyle/>
        <a:p>
          <a:endParaRPr lang="es-ES"/>
        </a:p>
      </dgm:t>
    </dgm:pt>
    <dgm:pt modelId="{64959C6E-5FF1-4B7D-8ACA-1BB5717DD785}">
      <dgm:prSet/>
      <dgm:spPr/>
      <dgm:t>
        <a:bodyPr/>
        <a:lstStyle/>
        <a:p>
          <a:r>
            <a:rPr lang="es-ES" dirty="0"/>
            <a:t>Si un usuario no ha puntuado películas de esa categoría o si las ha puntuado mal, poner un 0</a:t>
          </a:r>
        </a:p>
      </dgm:t>
    </dgm:pt>
    <dgm:pt modelId="{AF3B135E-6B9E-40C6-9630-B52C45CBBBFF}" type="parTrans" cxnId="{AD251AA5-59CF-493E-A8D8-A900DAC90C1F}">
      <dgm:prSet/>
      <dgm:spPr/>
      <dgm:t>
        <a:bodyPr/>
        <a:lstStyle/>
        <a:p>
          <a:endParaRPr lang="es-ES"/>
        </a:p>
      </dgm:t>
    </dgm:pt>
    <dgm:pt modelId="{7BA996EF-3D25-4AC0-B3B2-FE59CF9938DE}" type="sibTrans" cxnId="{AD251AA5-59CF-493E-A8D8-A900DAC90C1F}">
      <dgm:prSet/>
      <dgm:spPr/>
      <dgm:t>
        <a:bodyPr/>
        <a:lstStyle/>
        <a:p>
          <a:endParaRPr lang="es-ES"/>
        </a:p>
      </dgm:t>
    </dgm:pt>
    <dgm:pt modelId="{41116939-748B-4071-86D6-8DA8643DA6BA}">
      <dgm:prSet/>
      <dgm:spPr/>
      <dgm:t>
        <a:bodyPr/>
        <a:lstStyle/>
        <a:p>
          <a:r>
            <a:rPr lang="es-ES" dirty="0"/>
            <a:t>Datos a tener en cuenta para obtener el ratio de interés del usuario en la preferencia</a:t>
          </a:r>
        </a:p>
      </dgm:t>
    </dgm:pt>
    <dgm:pt modelId="{EACB710B-171F-4328-AD66-D1952CE5FEE1}" type="parTrans" cxnId="{435EBC60-24A4-4C27-A77E-5EEC31D2BA8B}">
      <dgm:prSet/>
      <dgm:spPr/>
      <dgm:t>
        <a:bodyPr/>
        <a:lstStyle/>
        <a:p>
          <a:endParaRPr lang="es-ES"/>
        </a:p>
      </dgm:t>
    </dgm:pt>
    <dgm:pt modelId="{31862D98-330B-4856-82C9-E4942E59B68B}" type="sibTrans" cxnId="{435EBC60-24A4-4C27-A77E-5EEC31D2BA8B}">
      <dgm:prSet/>
      <dgm:spPr/>
      <dgm:t>
        <a:bodyPr/>
        <a:lstStyle/>
        <a:p>
          <a:endParaRPr lang="es-ES"/>
        </a:p>
      </dgm:t>
    </dgm:pt>
    <dgm:pt modelId="{1BCEEBF3-35E4-40F3-BE72-E37B75D7CAD9}">
      <dgm:prSet/>
      <dgm:spPr/>
      <dgm:t>
        <a:bodyPr/>
        <a:lstStyle/>
        <a:p>
          <a:r>
            <a:rPr lang="es-ES" dirty="0"/>
            <a:t>Decidir a partir de que valor se considera puntuar favorablemente y desfavorablemente</a:t>
          </a:r>
        </a:p>
      </dgm:t>
    </dgm:pt>
    <dgm:pt modelId="{5F64950E-4B25-4EB4-BA0E-2DE70BF79F44}" type="parTrans" cxnId="{066F9C52-8EF4-4988-AA13-D8AE8EF7AEB8}">
      <dgm:prSet/>
      <dgm:spPr/>
      <dgm:t>
        <a:bodyPr/>
        <a:lstStyle/>
        <a:p>
          <a:endParaRPr lang="es-ES"/>
        </a:p>
      </dgm:t>
    </dgm:pt>
    <dgm:pt modelId="{66474C92-8E63-460C-A8C4-BA726E6C3CBE}" type="sibTrans" cxnId="{066F9C52-8EF4-4988-AA13-D8AE8EF7AEB8}">
      <dgm:prSet/>
      <dgm:spPr/>
      <dgm:t>
        <a:bodyPr/>
        <a:lstStyle/>
        <a:p>
          <a:endParaRPr lang="es-ES"/>
        </a:p>
      </dgm:t>
    </dgm:pt>
    <dgm:pt modelId="{3DA2FEC2-1DFF-4263-BFCD-DCE924D458DC}">
      <dgm:prSet/>
      <dgm:spPr/>
      <dgm:t>
        <a:bodyPr/>
        <a:lstStyle/>
        <a:p>
          <a:r>
            <a:rPr lang="es-ES" dirty="0"/>
            <a:t>No disponemos de información sobre los gustos del usuario, por tanto habrá que inferirlo de las películas que ha puntuado</a:t>
          </a:r>
        </a:p>
      </dgm:t>
    </dgm:pt>
    <dgm:pt modelId="{CE269832-4446-480D-A9E7-521273A89601}" type="parTrans" cxnId="{962A90EF-A229-4B52-970D-5C4F8B83A75D}">
      <dgm:prSet/>
      <dgm:spPr/>
      <dgm:t>
        <a:bodyPr/>
        <a:lstStyle/>
        <a:p>
          <a:endParaRPr lang="es-ES"/>
        </a:p>
      </dgm:t>
    </dgm:pt>
    <dgm:pt modelId="{7104D665-3515-463D-95CE-73971A6C80FD}" type="sibTrans" cxnId="{962A90EF-A229-4B52-970D-5C4F8B83A75D}">
      <dgm:prSet/>
      <dgm:spPr/>
      <dgm:t>
        <a:bodyPr/>
        <a:lstStyle/>
        <a:p>
          <a:endParaRPr lang="es-ES"/>
        </a:p>
      </dgm:t>
    </dgm:pt>
    <dgm:pt modelId="{97BA1A1E-BBB4-43C4-9C36-3009E4D94BD4}">
      <dgm:prSet/>
      <dgm:spPr/>
      <dgm:t>
        <a:bodyPr/>
        <a:lstStyle/>
        <a:p>
          <a:r>
            <a:rPr lang="es-ES" dirty="0"/>
            <a:t>Nº de películas puntuadas clasificadas en la preferencia</a:t>
          </a:r>
        </a:p>
      </dgm:t>
    </dgm:pt>
    <dgm:pt modelId="{466FB02B-61D8-4809-91DA-53C874268ADA}" type="parTrans" cxnId="{07739A48-718C-4530-BF00-6D8DB70F7A48}">
      <dgm:prSet/>
      <dgm:spPr/>
      <dgm:t>
        <a:bodyPr/>
        <a:lstStyle/>
        <a:p>
          <a:endParaRPr lang="es-ES"/>
        </a:p>
      </dgm:t>
    </dgm:pt>
    <dgm:pt modelId="{384E23BA-1EDB-462E-A5D8-36974075F27E}" type="sibTrans" cxnId="{07739A48-718C-4530-BF00-6D8DB70F7A48}">
      <dgm:prSet/>
      <dgm:spPr/>
      <dgm:t>
        <a:bodyPr/>
        <a:lstStyle/>
        <a:p>
          <a:endParaRPr lang="es-ES"/>
        </a:p>
      </dgm:t>
    </dgm:pt>
    <dgm:pt modelId="{8B5A6417-2714-415E-8310-70B53997031A}">
      <dgm:prSet/>
      <dgm:spPr/>
      <dgm:t>
        <a:bodyPr/>
        <a:lstStyle/>
        <a:p>
          <a:r>
            <a:rPr lang="es-ES" dirty="0"/>
            <a:t>Puntuaciones dadas a cada película</a:t>
          </a:r>
        </a:p>
      </dgm:t>
    </dgm:pt>
    <dgm:pt modelId="{8D3E2C6B-1AB2-4522-9FB1-CB91C9CABC10}" type="parTrans" cxnId="{2CBE36AF-ADE0-460A-B564-F67629110D27}">
      <dgm:prSet/>
      <dgm:spPr/>
      <dgm:t>
        <a:bodyPr/>
        <a:lstStyle/>
        <a:p>
          <a:endParaRPr lang="es-ES"/>
        </a:p>
      </dgm:t>
    </dgm:pt>
    <dgm:pt modelId="{75E94AD7-9967-4C4D-A438-4DD147BB4244}" type="sibTrans" cxnId="{2CBE36AF-ADE0-460A-B564-F67629110D27}">
      <dgm:prSet/>
      <dgm:spPr/>
      <dgm:t>
        <a:bodyPr/>
        <a:lstStyle/>
        <a:p>
          <a:endParaRPr lang="es-ES"/>
        </a:p>
      </dgm:t>
    </dgm:pt>
    <dgm:pt modelId="{1E73EA28-5925-47F5-873B-8F77561E7502}" type="pres">
      <dgm:prSet presAssocID="{AFA075C2-A5B6-4089-944D-722FA774510E}" presName="diagram" presStyleCnt="0">
        <dgm:presLayoutVars>
          <dgm:dir/>
          <dgm:resizeHandles val="exact"/>
        </dgm:presLayoutVars>
      </dgm:prSet>
      <dgm:spPr/>
    </dgm:pt>
    <dgm:pt modelId="{4B8BE4B4-FCE3-489C-B316-64B0DA92EABC}" type="pres">
      <dgm:prSet presAssocID="{3DA2FEC2-1DFF-4263-BFCD-DCE924D458DC}" presName="node" presStyleLbl="node1" presStyleIdx="0" presStyleCnt="5">
        <dgm:presLayoutVars>
          <dgm:bulletEnabled val="1"/>
        </dgm:presLayoutVars>
      </dgm:prSet>
      <dgm:spPr/>
    </dgm:pt>
    <dgm:pt modelId="{81547B65-1696-4356-AE17-1986512B9A1B}" type="pres">
      <dgm:prSet presAssocID="{7104D665-3515-463D-95CE-73971A6C80FD}" presName="sibTrans" presStyleCnt="0"/>
      <dgm:spPr/>
    </dgm:pt>
    <dgm:pt modelId="{26A46F80-ED25-4DA3-8A7A-4B61198516E4}" type="pres">
      <dgm:prSet presAssocID="{112A9E83-3637-4C43-B7AF-203987B6BAE7}" presName="node" presStyleLbl="node1" presStyleIdx="1" presStyleCnt="5">
        <dgm:presLayoutVars>
          <dgm:bulletEnabled val="1"/>
        </dgm:presLayoutVars>
      </dgm:prSet>
      <dgm:spPr/>
    </dgm:pt>
    <dgm:pt modelId="{D8641EDE-B640-418A-8D9E-D5BDEB38364F}" type="pres">
      <dgm:prSet presAssocID="{0A402705-9C82-4602-8F37-2B867878ECA2}" presName="sibTrans" presStyleCnt="0"/>
      <dgm:spPr/>
    </dgm:pt>
    <dgm:pt modelId="{32B948DC-100C-4981-82A8-382F921507EA}" type="pres">
      <dgm:prSet presAssocID="{64959C6E-5FF1-4B7D-8ACA-1BB5717DD785}" presName="node" presStyleLbl="node1" presStyleIdx="2" presStyleCnt="5">
        <dgm:presLayoutVars>
          <dgm:bulletEnabled val="1"/>
        </dgm:presLayoutVars>
      </dgm:prSet>
      <dgm:spPr/>
    </dgm:pt>
    <dgm:pt modelId="{DCD6F660-A271-4B7F-A69B-FE30DDF7C27A}" type="pres">
      <dgm:prSet presAssocID="{7BA996EF-3D25-4AC0-B3B2-FE59CF9938DE}" presName="sibTrans" presStyleCnt="0"/>
      <dgm:spPr/>
    </dgm:pt>
    <dgm:pt modelId="{63342F18-2D24-4542-A151-ACC9FB4707A7}" type="pres">
      <dgm:prSet presAssocID="{1BCEEBF3-35E4-40F3-BE72-E37B75D7CAD9}" presName="node" presStyleLbl="node1" presStyleIdx="3" presStyleCnt="5">
        <dgm:presLayoutVars>
          <dgm:bulletEnabled val="1"/>
        </dgm:presLayoutVars>
      </dgm:prSet>
      <dgm:spPr/>
    </dgm:pt>
    <dgm:pt modelId="{5D205A39-8A7F-4652-B8D6-F5E1725D9E05}" type="pres">
      <dgm:prSet presAssocID="{66474C92-8E63-460C-A8C4-BA726E6C3CBE}" presName="sibTrans" presStyleCnt="0"/>
      <dgm:spPr/>
    </dgm:pt>
    <dgm:pt modelId="{7E6C7D78-6DAD-462D-9E25-C280A34DFFEB}" type="pres">
      <dgm:prSet presAssocID="{41116939-748B-4071-86D6-8DA8643DA6BA}" presName="node" presStyleLbl="node1" presStyleIdx="4" presStyleCnt="5">
        <dgm:presLayoutVars>
          <dgm:bulletEnabled val="1"/>
        </dgm:presLayoutVars>
      </dgm:prSet>
      <dgm:spPr/>
    </dgm:pt>
  </dgm:ptLst>
  <dgm:cxnLst>
    <dgm:cxn modelId="{4E707417-262E-4E9E-B9F7-13E6D27760A5}" type="presOf" srcId="{97BA1A1E-BBB4-43C4-9C36-3009E4D94BD4}" destId="{7E6C7D78-6DAD-462D-9E25-C280A34DFFEB}" srcOrd="0" destOrd="1" presId="urn:microsoft.com/office/officeart/2005/8/layout/default"/>
    <dgm:cxn modelId="{2FF38D1D-1AF6-48DC-A9C2-9A1E1D114ABA}" type="presOf" srcId="{1BCEEBF3-35E4-40F3-BE72-E37B75D7CAD9}" destId="{63342F18-2D24-4542-A151-ACC9FB4707A7}" srcOrd="0" destOrd="0" presId="urn:microsoft.com/office/officeart/2005/8/layout/default"/>
    <dgm:cxn modelId="{435EBC60-24A4-4C27-A77E-5EEC31D2BA8B}" srcId="{AFA075C2-A5B6-4089-944D-722FA774510E}" destId="{41116939-748B-4071-86D6-8DA8643DA6BA}" srcOrd="4" destOrd="0" parTransId="{EACB710B-171F-4328-AD66-D1952CE5FEE1}" sibTransId="{31862D98-330B-4856-82C9-E4942E59B68B}"/>
    <dgm:cxn modelId="{F7C33645-952F-4C91-A276-06B9A2DA8EA3}" type="presOf" srcId="{AFA075C2-A5B6-4089-944D-722FA774510E}" destId="{1E73EA28-5925-47F5-873B-8F77561E7502}" srcOrd="0" destOrd="0" presId="urn:microsoft.com/office/officeart/2005/8/layout/default"/>
    <dgm:cxn modelId="{07739A48-718C-4530-BF00-6D8DB70F7A48}" srcId="{41116939-748B-4071-86D6-8DA8643DA6BA}" destId="{97BA1A1E-BBB4-43C4-9C36-3009E4D94BD4}" srcOrd="0" destOrd="0" parTransId="{466FB02B-61D8-4809-91DA-53C874268ADA}" sibTransId="{384E23BA-1EDB-462E-A5D8-36974075F27E}"/>
    <dgm:cxn modelId="{57531A4D-81F4-404D-AD77-8D37C7D917AD}" type="presOf" srcId="{41116939-748B-4071-86D6-8DA8643DA6BA}" destId="{7E6C7D78-6DAD-462D-9E25-C280A34DFFEB}" srcOrd="0" destOrd="0" presId="urn:microsoft.com/office/officeart/2005/8/layout/default"/>
    <dgm:cxn modelId="{066F9C52-8EF4-4988-AA13-D8AE8EF7AEB8}" srcId="{AFA075C2-A5B6-4089-944D-722FA774510E}" destId="{1BCEEBF3-35E4-40F3-BE72-E37B75D7CAD9}" srcOrd="3" destOrd="0" parTransId="{5F64950E-4B25-4EB4-BA0E-2DE70BF79F44}" sibTransId="{66474C92-8E63-460C-A8C4-BA726E6C3CBE}"/>
    <dgm:cxn modelId="{0771EA53-0BE1-4DA3-B525-D35C56C29E90}" type="presOf" srcId="{3DA2FEC2-1DFF-4263-BFCD-DCE924D458DC}" destId="{4B8BE4B4-FCE3-489C-B316-64B0DA92EABC}" srcOrd="0" destOrd="0" presId="urn:microsoft.com/office/officeart/2005/8/layout/default"/>
    <dgm:cxn modelId="{DC684A81-950E-4654-A3F0-E60EB962C400}" type="presOf" srcId="{112A9E83-3637-4C43-B7AF-203987B6BAE7}" destId="{26A46F80-ED25-4DA3-8A7A-4B61198516E4}" srcOrd="0" destOrd="0" presId="urn:microsoft.com/office/officeart/2005/8/layout/default"/>
    <dgm:cxn modelId="{AD251AA5-59CF-493E-A8D8-A900DAC90C1F}" srcId="{AFA075C2-A5B6-4089-944D-722FA774510E}" destId="{64959C6E-5FF1-4B7D-8ACA-1BB5717DD785}" srcOrd="2" destOrd="0" parTransId="{AF3B135E-6B9E-40C6-9630-B52C45CBBBFF}" sibTransId="{7BA996EF-3D25-4AC0-B3B2-FE59CF9938DE}"/>
    <dgm:cxn modelId="{2CBE36AF-ADE0-460A-B564-F67629110D27}" srcId="{41116939-748B-4071-86D6-8DA8643DA6BA}" destId="{8B5A6417-2714-415E-8310-70B53997031A}" srcOrd="1" destOrd="0" parTransId="{8D3E2C6B-1AB2-4522-9FB1-CB91C9CABC10}" sibTransId="{75E94AD7-9967-4C4D-A438-4DD147BB4244}"/>
    <dgm:cxn modelId="{FCB050C9-BAC6-432A-A793-0024185D3C49}" type="presOf" srcId="{8B5A6417-2714-415E-8310-70B53997031A}" destId="{7E6C7D78-6DAD-462D-9E25-C280A34DFFEB}" srcOrd="0" destOrd="2" presId="urn:microsoft.com/office/officeart/2005/8/layout/default"/>
    <dgm:cxn modelId="{04C5E7E5-80EB-48CC-8CF9-5B4C6F22F7E5}" type="presOf" srcId="{64959C6E-5FF1-4B7D-8ACA-1BB5717DD785}" destId="{32B948DC-100C-4981-82A8-382F921507EA}" srcOrd="0" destOrd="0" presId="urn:microsoft.com/office/officeart/2005/8/layout/default"/>
    <dgm:cxn modelId="{962A90EF-A229-4B52-970D-5C4F8B83A75D}" srcId="{AFA075C2-A5B6-4089-944D-722FA774510E}" destId="{3DA2FEC2-1DFF-4263-BFCD-DCE924D458DC}" srcOrd="0" destOrd="0" parTransId="{CE269832-4446-480D-A9E7-521273A89601}" sibTransId="{7104D665-3515-463D-95CE-73971A6C80FD}"/>
    <dgm:cxn modelId="{E57A8AFD-3DD3-4621-9B7B-301693502B29}" srcId="{AFA075C2-A5B6-4089-944D-722FA774510E}" destId="{112A9E83-3637-4C43-B7AF-203987B6BAE7}" srcOrd="1" destOrd="0" parTransId="{303066E3-0134-4223-AC30-73BB2BCC5DF4}" sibTransId="{0A402705-9C82-4602-8F37-2B867878ECA2}"/>
    <dgm:cxn modelId="{E2D11B46-2C69-4735-9895-15E1C19A3F2F}" type="presParOf" srcId="{1E73EA28-5925-47F5-873B-8F77561E7502}" destId="{4B8BE4B4-FCE3-489C-B316-64B0DA92EABC}" srcOrd="0" destOrd="0" presId="urn:microsoft.com/office/officeart/2005/8/layout/default"/>
    <dgm:cxn modelId="{9E027C50-788E-467D-9EE1-8284644BDF08}" type="presParOf" srcId="{1E73EA28-5925-47F5-873B-8F77561E7502}" destId="{81547B65-1696-4356-AE17-1986512B9A1B}" srcOrd="1" destOrd="0" presId="urn:microsoft.com/office/officeart/2005/8/layout/default"/>
    <dgm:cxn modelId="{D7F714A6-C1FC-48C5-862E-71F2602268D2}" type="presParOf" srcId="{1E73EA28-5925-47F5-873B-8F77561E7502}" destId="{26A46F80-ED25-4DA3-8A7A-4B61198516E4}" srcOrd="2" destOrd="0" presId="urn:microsoft.com/office/officeart/2005/8/layout/default"/>
    <dgm:cxn modelId="{1E35372D-47FC-437F-80F9-D5ADDD7CDCFA}" type="presParOf" srcId="{1E73EA28-5925-47F5-873B-8F77561E7502}" destId="{D8641EDE-B640-418A-8D9E-D5BDEB38364F}" srcOrd="3" destOrd="0" presId="urn:microsoft.com/office/officeart/2005/8/layout/default"/>
    <dgm:cxn modelId="{0A1EB61F-167C-4F24-9EA3-0C45E2950752}" type="presParOf" srcId="{1E73EA28-5925-47F5-873B-8F77561E7502}" destId="{32B948DC-100C-4981-82A8-382F921507EA}" srcOrd="4" destOrd="0" presId="urn:microsoft.com/office/officeart/2005/8/layout/default"/>
    <dgm:cxn modelId="{555358D3-8547-45EC-BA02-5067C11CA589}" type="presParOf" srcId="{1E73EA28-5925-47F5-873B-8F77561E7502}" destId="{DCD6F660-A271-4B7F-A69B-FE30DDF7C27A}" srcOrd="5" destOrd="0" presId="urn:microsoft.com/office/officeart/2005/8/layout/default"/>
    <dgm:cxn modelId="{06580C88-674F-46E7-9609-08E37F20ED27}" type="presParOf" srcId="{1E73EA28-5925-47F5-873B-8F77561E7502}" destId="{63342F18-2D24-4542-A151-ACC9FB4707A7}" srcOrd="6" destOrd="0" presId="urn:microsoft.com/office/officeart/2005/8/layout/default"/>
    <dgm:cxn modelId="{C51837E4-4DC5-4A78-8773-AB3735140262}" type="presParOf" srcId="{1E73EA28-5925-47F5-873B-8F77561E7502}" destId="{5D205A39-8A7F-4652-B8D6-F5E1725D9E05}" srcOrd="7" destOrd="0" presId="urn:microsoft.com/office/officeart/2005/8/layout/default"/>
    <dgm:cxn modelId="{FE8C041E-94C3-4DA1-B234-E3BD92F55785}" type="presParOf" srcId="{1E73EA28-5925-47F5-873B-8F77561E7502}" destId="{7E6C7D78-6DAD-462D-9E25-C280A34DFFE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06B36883-B6DB-4712-AC69-A0CD19BE963E}">
      <dgm:prSet/>
      <dgm:spPr/>
      <dgm:t>
        <a:bodyPr/>
        <a:lstStyle/>
        <a:p>
          <a:r>
            <a:rPr lang="es-ES" dirty="0"/>
            <a:t>Usar los datos de entrenamiento</a:t>
          </a:r>
        </a:p>
      </dgm:t>
    </dgm:pt>
    <dgm:pt modelId="{369D7EF3-E33B-444F-AB0A-444D9F437F6A}" type="parTrans" cxnId="{56EC8EC9-D397-44ED-9464-D324577C7B9B}">
      <dgm:prSet/>
      <dgm:spPr/>
      <dgm:t>
        <a:bodyPr/>
        <a:lstStyle/>
        <a:p>
          <a:endParaRPr lang="es-ES"/>
        </a:p>
      </dgm:t>
    </dgm:pt>
    <dgm:pt modelId="{6B745DE2-F7DC-4D6A-8783-CD1719E4D12B}" type="sibTrans" cxnId="{56EC8EC9-D397-44ED-9464-D324577C7B9B}">
      <dgm:prSet/>
      <dgm:spPr/>
      <dgm:t>
        <a:bodyPr/>
        <a:lstStyle/>
        <a:p>
          <a:endParaRPr lang="es-ES"/>
        </a:p>
      </dgm:t>
    </dgm:pt>
    <dgm:pt modelId="{302A2832-7FEA-4500-A827-EA9E85D90DD3}">
      <dgm:prSet/>
      <dgm:spPr/>
      <dgm:t>
        <a:bodyPr/>
        <a:lstStyle/>
        <a:p>
          <a:r>
            <a:rPr lang="es-ES" dirty="0"/>
            <a:t>Usar las películas que ha puntuado favorablemente</a:t>
          </a:r>
        </a:p>
      </dgm:t>
    </dgm:pt>
    <dgm:pt modelId="{94913CDA-8270-4E3A-9EB0-5E2696590FEE}" type="parTrans" cxnId="{EF166E3C-F5D5-461D-8946-51BECEFD0EFE}">
      <dgm:prSet/>
      <dgm:spPr/>
      <dgm:t>
        <a:bodyPr/>
        <a:lstStyle/>
        <a:p>
          <a:endParaRPr lang="es-ES"/>
        </a:p>
      </dgm:t>
    </dgm:pt>
    <dgm:pt modelId="{F2FAE9D9-E20D-4414-89C5-36F3D18CABFA}" type="sibTrans" cxnId="{EF166E3C-F5D5-461D-8946-51BECEFD0EFE}">
      <dgm:prSet/>
      <dgm:spPr/>
      <dgm:t>
        <a:bodyPr/>
        <a:lstStyle/>
        <a:p>
          <a:endParaRPr lang="es-ES"/>
        </a:p>
      </dgm:t>
    </dgm:pt>
    <dgm:pt modelId="{F8E22BA6-9158-4C74-AAB1-1AAE776B0E52}">
      <dgm:prSet/>
      <dgm:spPr/>
      <dgm:t>
        <a:bodyPr/>
        <a:lstStyle/>
        <a:p>
          <a:r>
            <a:rPr lang="es-ES" dirty="0"/>
            <a:t>Obtener cuales son las categorías en las que están clasificadas esas películas</a:t>
          </a:r>
        </a:p>
      </dgm:t>
    </dgm:pt>
    <dgm:pt modelId="{BF3B6E3E-ECCC-4059-9087-4DAD80FC2216}" type="parTrans" cxnId="{8EE6CCFC-286C-4F97-BE2A-C8F74341A8D3}">
      <dgm:prSet/>
      <dgm:spPr/>
      <dgm:t>
        <a:bodyPr/>
        <a:lstStyle/>
        <a:p>
          <a:endParaRPr lang="es-ES"/>
        </a:p>
      </dgm:t>
    </dgm:pt>
    <dgm:pt modelId="{7B19AADD-26B4-478A-91E8-474E764D3776}" type="sibTrans" cxnId="{8EE6CCFC-286C-4F97-BE2A-C8F74341A8D3}">
      <dgm:prSet/>
      <dgm:spPr/>
      <dgm:t>
        <a:bodyPr/>
        <a:lstStyle/>
        <a:p>
          <a:endParaRPr lang="es-ES"/>
        </a:p>
      </dgm:t>
    </dgm:pt>
    <dgm:pt modelId="{4C524724-0D29-4EEC-AE92-82301FC68A25}">
      <dgm:prSet/>
      <dgm:spPr/>
      <dgm:t>
        <a:bodyPr/>
        <a:lstStyle/>
        <a:p>
          <a:r>
            <a:rPr lang="es-ES" dirty="0"/>
            <a:t>Obtener el ratio de interés del usuario en la categoría</a:t>
          </a:r>
        </a:p>
      </dgm:t>
    </dgm:pt>
    <dgm:pt modelId="{35F45E16-4AEF-4214-80A9-2604571EC10B}" type="parTrans" cxnId="{85C38BD8-FAB7-4F1F-BD05-9E9559C03A59}">
      <dgm:prSet/>
      <dgm:spPr/>
      <dgm:t>
        <a:bodyPr/>
        <a:lstStyle/>
        <a:p>
          <a:endParaRPr lang="es-ES"/>
        </a:p>
      </dgm:t>
    </dgm:pt>
    <dgm:pt modelId="{49D87FA1-13EE-4691-8A12-26E132F95BCD}" type="sibTrans" cxnId="{85C38BD8-FAB7-4F1F-BD05-9E9559C03A59}">
      <dgm:prSet/>
      <dgm:spPr/>
      <dgm:t>
        <a:bodyPr/>
        <a:lstStyle/>
        <a:p>
          <a:endParaRPr lang="es-ES"/>
        </a:p>
      </dgm:t>
    </dgm:pt>
    <dgm:pt modelId="{A15FB4C0-B314-49A6-B903-739CAE68E2CC}" type="pres">
      <dgm:prSet presAssocID="{AFA075C2-A5B6-4089-944D-722FA774510E}" presName="linear" presStyleCnt="0">
        <dgm:presLayoutVars>
          <dgm:animLvl val="lvl"/>
          <dgm:resizeHandles val="exact"/>
        </dgm:presLayoutVars>
      </dgm:prSet>
      <dgm:spPr/>
    </dgm:pt>
    <dgm:pt modelId="{32DA7269-C7E2-4704-8039-7F7C17065DDE}" type="pres">
      <dgm:prSet presAssocID="{06B36883-B6DB-4712-AC69-A0CD19BE96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8B444B9-3E7D-46D2-BCA7-67FAA04E3B24}" type="pres">
      <dgm:prSet presAssocID="{6B745DE2-F7DC-4D6A-8783-CD1719E4D12B}" presName="spacer" presStyleCnt="0"/>
      <dgm:spPr/>
    </dgm:pt>
    <dgm:pt modelId="{96301C82-E532-4F74-A74A-7E609D788D44}" type="pres">
      <dgm:prSet presAssocID="{302A2832-7FEA-4500-A827-EA9E85D90D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44C225-F11A-48E6-A35C-2DEE779EB926}" type="pres">
      <dgm:prSet presAssocID="{F2FAE9D9-E20D-4414-89C5-36F3D18CABFA}" presName="spacer" presStyleCnt="0"/>
      <dgm:spPr/>
    </dgm:pt>
    <dgm:pt modelId="{B6FCF7D3-CC31-4172-98DD-9A0AE9B09548}" type="pres">
      <dgm:prSet presAssocID="{F8E22BA6-9158-4C74-AAB1-1AAE776B0E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627C6E-5154-434F-B980-01D6649613CE}" type="pres">
      <dgm:prSet presAssocID="{7B19AADD-26B4-478A-91E8-474E764D3776}" presName="spacer" presStyleCnt="0"/>
      <dgm:spPr/>
    </dgm:pt>
    <dgm:pt modelId="{AA203416-BF07-4618-A655-D808A763120B}" type="pres">
      <dgm:prSet presAssocID="{4C524724-0D29-4EEC-AE92-82301FC68A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CF4D81B-B9BD-4345-A32A-26BF42647E80}" type="presOf" srcId="{4C524724-0D29-4EEC-AE92-82301FC68A25}" destId="{AA203416-BF07-4618-A655-D808A763120B}" srcOrd="0" destOrd="0" presId="urn:microsoft.com/office/officeart/2005/8/layout/vList2"/>
    <dgm:cxn modelId="{1A72AB1C-EF67-4BCA-8EFA-B6D5CB117C4F}" type="presOf" srcId="{AFA075C2-A5B6-4089-944D-722FA774510E}" destId="{A15FB4C0-B314-49A6-B903-739CAE68E2CC}" srcOrd="0" destOrd="0" presId="urn:microsoft.com/office/officeart/2005/8/layout/vList2"/>
    <dgm:cxn modelId="{EF166E3C-F5D5-461D-8946-51BECEFD0EFE}" srcId="{AFA075C2-A5B6-4089-944D-722FA774510E}" destId="{302A2832-7FEA-4500-A827-EA9E85D90DD3}" srcOrd="1" destOrd="0" parTransId="{94913CDA-8270-4E3A-9EB0-5E2696590FEE}" sibTransId="{F2FAE9D9-E20D-4414-89C5-36F3D18CABFA}"/>
    <dgm:cxn modelId="{149D055D-63E7-411D-AAB5-0D2F4259F1EE}" type="presOf" srcId="{06B36883-B6DB-4712-AC69-A0CD19BE963E}" destId="{32DA7269-C7E2-4704-8039-7F7C17065DDE}" srcOrd="0" destOrd="0" presId="urn:microsoft.com/office/officeart/2005/8/layout/vList2"/>
    <dgm:cxn modelId="{533A4594-8DA0-40D9-ABD9-AD80743F802E}" type="presOf" srcId="{F8E22BA6-9158-4C74-AAB1-1AAE776B0E52}" destId="{B6FCF7D3-CC31-4172-98DD-9A0AE9B09548}" srcOrd="0" destOrd="0" presId="urn:microsoft.com/office/officeart/2005/8/layout/vList2"/>
    <dgm:cxn modelId="{56EC8EC9-D397-44ED-9464-D324577C7B9B}" srcId="{AFA075C2-A5B6-4089-944D-722FA774510E}" destId="{06B36883-B6DB-4712-AC69-A0CD19BE963E}" srcOrd="0" destOrd="0" parTransId="{369D7EF3-E33B-444F-AB0A-444D9F437F6A}" sibTransId="{6B745DE2-F7DC-4D6A-8783-CD1719E4D12B}"/>
    <dgm:cxn modelId="{C485D2CC-18E4-42F4-A2AA-9E36079CD9A2}" type="presOf" srcId="{302A2832-7FEA-4500-A827-EA9E85D90DD3}" destId="{96301C82-E532-4F74-A74A-7E609D788D44}" srcOrd="0" destOrd="0" presId="urn:microsoft.com/office/officeart/2005/8/layout/vList2"/>
    <dgm:cxn modelId="{85C38BD8-FAB7-4F1F-BD05-9E9559C03A59}" srcId="{AFA075C2-A5B6-4089-944D-722FA774510E}" destId="{4C524724-0D29-4EEC-AE92-82301FC68A25}" srcOrd="3" destOrd="0" parTransId="{35F45E16-4AEF-4214-80A9-2604571EC10B}" sibTransId="{49D87FA1-13EE-4691-8A12-26E132F95BCD}"/>
    <dgm:cxn modelId="{8EE6CCFC-286C-4F97-BE2A-C8F74341A8D3}" srcId="{AFA075C2-A5B6-4089-944D-722FA774510E}" destId="{F8E22BA6-9158-4C74-AAB1-1AAE776B0E52}" srcOrd="2" destOrd="0" parTransId="{BF3B6E3E-ECCC-4059-9087-4DAD80FC2216}" sibTransId="{7B19AADD-26B4-478A-91E8-474E764D3776}"/>
    <dgm:cxn modelId="{74438F15-2751-48F0-A766-96AC5920B83E}" type="presParOf" srcId="{A15FB4C0-B314-49A6-B903-739CAE68E2CC}" destId="{32DA7269-C7E2-4704-8039-7F7C17065DDE}" srcOrd="0" destOrd="0" presId="urn:microsoft.com/office/officeart/2005/8/layout/vList2"/>
    <dgm:cxn modelId="{C3FB2D1C-F48E-41A2-BF8C-2D611D00E7F5}" type="presParOf" srcId="{A15FB4C0-B314-49A6-B903-739CAE68E2CC}" destId="{F8B444B9-3E7D-46D2-BCA7-67FAA04E3B24}" srcOrd="1" destOrd="0" presId="urn:microsoft.com/office/officeart/2005/8/layout/vList2"/>
    <dgm:cxn modelId="{603F3647-20C1-47FB-B04E-2ABAB90A00A0}" type="presParOf" srcId="{A15FB4C0-B314-49A6-B903-739CAE68E2CC}" destId="{96301C82-E532-4F74-A74A-7E609D788D44}" srcOrd="2" destOrd="0" presId="urn:microsoft.com/office/officeart/2005/8/layout/vList2"/>
    <dgm:cxn modelId="{1AAAAF3A-CBC2-4444-8239-021E9D0E0B06}" type="presParOf" srcId="{A15FB4C0-B314-49A6-B903-739CAE68E2CC}" destId="{EA44C225-F11A-48E6-A35C-2DEE779EB926}" srcOrd="3" destOrd="0" presId="urn:microsoft.com/office/officeart/2005/8/layout/vList2"/>
    <dgm:cxn modelId="{27679CF7-05A7-42E3-A6C8-734640B6E016}" type="presParOf" srcId="{A15FB4C0-B314-49A6-B903-739CAE68E2CC}" destId="{B6FCF7D3-CC31-4172-98DD-9A0AE9B09548}" srcOrd="4" destOrd="0" presId="urn:microsoft.com/office/officeart/2005/8/layout/vList2"/>
    <dgm:cxn modelId="{D4B29E61-B8D7-4DF6-8BBC-5DA08FEB83DE}" type="presParOf" srcId="{A15FB4C0-B314-49A6-B903-739CAE68E2CC}" destId="{44627C6E-5154-434F-B980-01D6649613CE}" srcOrd="5" destOrd="0" presId="urn:microsoft.com/office/officeart/2005/8/layout/vList2"/>
    <dgm:cxn modelId="{DA0357E3-5F81-473B-8477-9A85CF625A0F}" type="presParOf" srcId="{A15FB4C0-B314-49A6-B903-739CAE68E2CC}" destId="{AA203416-BF07-4618-A655-D808A76312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CF9E299-E7A1-4893-96B7-A8EB9F1750F8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4941F553-3596-477E-BA88-8425F9B64586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Histórico de interacción del usuario con el sistema</a:t>
          </a:r>
        </a:p>
      </dgm:t>
    </dgm:pt>
    <dgm:pt modelId="{DD4C58D7-AA7E-4BB6-B92D-E4565519F9AB}" type="parTrans" cxnId="{CDC667AC-B52F-4CDF-883A-4C4E473DEAEE}">
      <dgm:prSet/>
      <dgm:spPr/>
      <dgm:t>
        <a:bodyPr/>
        <a:lstStyle/>
        <a:p>
          <a:endParaRPr lang="es-ES" noProof="0"/>
        </a:p>
      </dgm:t>
    </dgm:pt>
    <dgm:pt modelId="{AB20A6B4-958F-455A-B53E-EAC3F7DA3515}" type="sibTrans" cxnId="{CDC667AC-B52F-4CDF-883A-4C4E473DEAEE}">
      <dgm:prSet/>
      <dgm:spPr/>
      <dgm:t>
        <a:bodyPr/>
        <a:lstStyle/>
        <a:p>
          <a:endParaRPr lang="es-ES" noProof="0"/>
        </a:p>
      </dgm:t>
    </dgm:pt>
    <dgm:pt modelId="{752BB1E3-6ED4-4BEA-A0AB-1695B4A2938E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 Usar solo el fichero de entrenamiento</a:t>
          </a:r>
        </a:p>
      </dgm:t>
    </dgm:pt>
    <dgm:pt modelId="{734543A8-0061-4ADD-95EE-C58CB4BEEDF3}" type="parTrans" cxnId="{5E407C2B-CA4C-45FD-A25B-9E1DD380F5B3}">
      <dgm:prSet/>
      <dgm:spPr/>
      <dgm:t>
        <a:bodyPr/>
        <a:lstStyle/>
        <a:p>
          <a:endParaRPr lang="es-ES"/>
        </a:p>
      </dgm:t>
    </dgm:pt>
    <dgm:pt modelId="{6542DFA9-A7B6-4E45-8537-5E6D90EB1C0E}" type="sibTrans" cxnId="{5E407C2B-CA4C-45FD-A25B-9E1DD380F5B3}">
      <dgm:prSet/>
      <dgm:spPr/>
      <dgm:t>
        <a:bodyPr/>
        <a:lstStyle/>
        <a:p>
          <a:endParaRPr lang="es-ES"/>
        </a:p>
      </dgm:t>
    </dgm:pt>
    <dgm:pt modelId="{538D35DF-5319-473B-9838-4659457BE77C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Almacenar en el histórico las películas vistas por el usuario, junto con su puntuación</a:t>
          </a:r>
        </a:p>
      </dgm:t>
    </dgm:pt>
    <dgm:pt modelId="{B4A030AE-0462-4F64-A007-61A99B708F9C}" type="parTrans" cxnId="{B08215D6-20FA-4B52-AD58-CB9FECABE7BE}">
      <dgm:prSet/>
      <dgm:spPr/>
      <dgm:t>
        <a:bodyPr/>
        <a:lstStyle/>
        <a:p>
          <a:endParaRPr lang="es-ES"/>
        </a:p>
      </dgm:t>
    </dgm:pt>
    <dgm:pt modelId="{8170FE5A-48BC-450E-BE05-DDD92A583021}" type="sibTrans" cxnId="{B08215D6-20FA-4B52-AD58-CB9FECABE7BE}">
      <dgm:prSet/>
      <dgm:spPr/>
      <dgm:t>
        <a:bodyPr/>
        <a:lstStyle/>
        <a:p>
          <a:endParaRPr lang="es-ES"/>
        </a:p>
      </dgm:t>
    </dgm:pt>
    <dgm:pt modelId="{9289F0C0-B5DD-45BC-A562-B4E78CF13C70}">
      <dgm:prSet/>
      <dgm:spPr/>
      <dgm:t>
        <a:bodyPr/>
        <a:lstStyle/>
        <a:p>
          <a:pPr rtl="0"/>
          <a:r>
            <a:rPr lang="es-ES" b="0" noProof="0" dirty="0">
              <a:effectLst/>
            </a:rPr>
            <a:t>La puntuación es un valor entre 0.5 y 5</a:t>
          </a:r>
        </a:p>
      </dgm:t>
    </dgm:pt>
    <dgm:pt modelId="{2A3E41A3-DDDB-4A1B-A010-FCC7990C6ED0}" type="parTrans" cxnId="{55BFAAD3-E7A8-407E-84E0-B971EB303324}">
      <dgm:prSet/>
      <dgm:spPr/>
      <dgm:t>
        <a:bodyPr/>
        <a:lstStyle/>
        <a:p>
          <a:endParaRPr lang="es-ES"/>
        </a:p>
      </dgm:t>
    </dgm:pt>
    <dgm:pt modelId="{FBBC98FE-9080-4B6C-B50C-3FB5B30B4F3E}" type="sibTrans" cxnId="{55BFAAD3-E7A8-407E-84E0-B971EB303324}">
      <dgm:prSet/>
      <dgm:spPr/>
      <dgm:t>
        <a:bodyPr/>
        <a:lstStyle/>
        <a:p>
          <a:endParaRPr lang="es-ES"/>
        </a:p>
      </dgm:t>
    </dgm:pt>
    <dgm:pt modelId="{2D029550-08AD-460C-9077-A98D33929116}" type="pres">
      <dgm:prSet presAssocID="{2CF9E299-E7A1-4893-96B7-A8EB9F1750F8}" presName="diagram" presStyleCnt="0">
        <dgm:presLayoutVars>
          <dgm:dir/>
          <dgm:resizeHandles val="exact"/>
        </dgm:presLayoutVars>
      </dgm:prSet>
      <dgm:spPr/>
    </dgm:pt>
    <dgm:pt modelId="{385087C5-2202-4F23-BAB4-DA9CDE863552}" type="pres">
      <dgm:prSet presAssocID="{4941F553-3596-477E-BA88-8425F9B64586}" presName="node" presStyleLbl="node1" presStyleIdx="0" presStyleCnt="4">
        <dgm:presLayoutVars>
          <dgm:bulletEnabled val="1"/>
        </dgm:presLayoutVars>
      </dgm:prSet>
      <dgm:spPr/>
    </dgm:pt>
    <dgm:pt modelId="{E84D61D5-BD12-4EB3-B748-F8DB36C7306B}" type="pres">
      <dgm:prSet presAssocID="{AB20A6B4-958F-455A-B53E-EAC3F7DA3515}" presName="sibTrans" presStyleCnt="0"/>
      <dgm:spPr/>
    </dgm:pt>
    <dgm:pt modelId="{DF5C7363-0ABD-4BD0-BAEA-542EDCC92073}" type="pres">
      <dgm:prSet presAssocID="{752BB1E3-6ED4-4BEA-A0AB-1695B4A2938E}" presName="node" presStyleLbl="node1" presStyleIdx="1" presStyleCnt="4">
        <dgm:presLayoutVars>
          <dgm:bulletEnabled val="1"/>
        </dgm:presLayoutVars>
      </dgm:prSet>
      <dgm:spPr/>
    </dgm:pt>
    <dgm:pt modelId="{F7D7EC98-3A9B-485A-8F96-50A42C85DE1D}" type="pres">
      <dgm:prSet presAssocID="{6542DFA9-A7B6-4E45-8537-5E6D90EB1C0E}" presName="sibTrans" presStyleCnt="0"/>
      <dgm:spPr/>
    </dgm:pt>
    <dgm:pt modelId="{7C9FB076-376D-42B4-A02F-D42A4A821B3E}" type="pres">
      <dgm:prSet presAssocID="{538D35DF-5319-473B-9838-4659457BE77C}" presName="node" presStyleLbl="node1" presStyleIdx="2" presStyleCnt="4">
        <dgm:presLayoutVars>
          <dgm:bulletEnabled val="1"/>
        </dgm:presLayoutVars>
      </dgm:prSet>
      <dgm:spPr/>
    </dgm:pt>
    <dgm:pt modelId="{CA359F2F-E64C-4406-84E6-E98CCAE1B009}" type="pres">
      <dgm:prSet presAssocID="{8170FE5A-48BC-450E-BE05-DDD92A583021}" presName="sibTrans" presStyleCnt="0"/>
      <dgm:spPr/>
    </dgm:pt>
    <dgm:pt modelId="{74D01675-92CC-4B22-A0F7-42C512A097E1}" type="pres">
      <dgm:prSet presAssocID="{9289F0C0-B5DD-45BC-A562-B4E78CF13C70}" presName="node" presStyleLbl="node1" presStyleIdx="3" presStyleCnt="4">
        <dgm:presLayoutVars>
          <dgm:bulletEnabled val="1"/>
        </dgm:presLayoutVars>
      </dgm:prSet>
      <dgm:spPr/>
    </dgm:pt>
  </dgm:ptLst>
  <dgm:cxnLst>
    <dgm:cxn modelId="{5E407C2B-CA4C-45FD-A25B-9E1DD380F5B3}" srcId="{2CF9E299-E7A1-4893-96B7-A8EB9F1750F8}" destId="{752BB1E3-6ED4-4BEA-A0AB-1695B4A2938E}" srcOrd="1" destOrd="0" parTransId="{734543A8-0061-4ADD-95EE-C58CB4BEEDF3}" sibTransId="{6542DFA9-A7B6-4E45-8537-5E6D90EB1C0E}"/>
    <dgm:cxn modelId="{7701AC77-258F-4AB6-A42F-D39DAC7B9022}" type="presOf" srcId="{538D35DF-5319-473B-9838-4659457BE77C}" destId="{7C9FB076-376D-42B4-A02F-D42A4A821B3E}" srcOrd="0" destOrd="0" presId="urn:microsoft.com/office/officeart/2005/8/layout/default"/>
    <dgm:cxn modelId="{7931BF78-E28E-4DD3-8F19-A9F5F6DF13B9}" type="presOf" srcId="{2CF9E299-E7A1-4893-96B7-A8EB9F1750F8}" destId="{2D029550-08AD-460C-9077-A98D33929116}" srcOrd="0" destOrd="0" presId="urn:microsoft.com/office/officeart/2005/8/layout/default"/>
    <dgm:cxn modelId="{CDC667AC-B52F-4CDF-883A-4C4E473DEAEE}" srcId="{2CF9E299-E7A1-4893-96B7-A8EB9F1750F8}" destId="{4941F553-3596-477E-BA88-8425F9B64586}" srcOrd="0" destOrd="0" parTransId="{DD4C58D7-AA7E-4BB6-B92D-E4565519F9AB}" sibTransId="{AB20A6B4-958F-455A-B53E-EAC3F7DA3515}"/>
    <dgm:cxn modelId="{12ABC3B5-CFF3-4984-8B55-101B8284FAE0}" type="presOf" srcId="{9289F0C0-B5DD-45BC-A562-B4E78CF13C70}" destId="{74D01675-92CC-4B22-A0F7-42C512A097E1}" srcOrd="0" destOrd="0" presId="urn:microsoft.com/office/officeart/2005/8/layout/default"/>
    <dgm:cxn modelId="{C91E9FBB-210A-471D-B7A8-ED7246314889}" type="presOf" srcId="{752BB1E3-6ED4-4BEA-A0AB-1695B4A2938E}" destId="{DF5C7363-0ABD-4BD0-BAEA-542EDCC92073}" srcOrd="0" destOrd="0" presId="urn:microsoft.com/office/officeart/2005/8/layout/default"/>
    <dgm:cxn modelId="{55BFAAD3-E7A8-407E-84E0-B971EB303324}" srcId="{2CF9E299-E7A1-4893-96B7-A8EB9F1750F8}" destId="{9289F0C0-B5DD-45BC-A562-B4E78CF13C70}" srcOrd="3" destOrd="0" parTransId="{2A3E41A3-DDDB-4A1B-A010-FCC7990C6ED0}" sibTransId="{FBBC98FE-9080-4B6C-B50C-3FB5B30B4F3E}"/>
    <dgm:cxn modelId="{B08215D6-20FA-4B52-AD58-CB9FECABE7BE}" srcId="{2CF9E299-E7A1-4893-96B7-A8EB9F1750F8}" destId="{538D35DF-5319-473B-9838-4659457BE77C}" srcOrd="2" destOrd="0" parTransId="{B4A030AE-0462-4F64-A007-61A99B708F9C}" sibTransId="{8170FE5A-48BC-450E-BE05-DDD92A583021}"/>
    <dgm:cxn modelId="{5E2BDBF9-76F0-4B4F-BEA2-46930AD41C08}" type="presOf" srcId="{4941F553-3596-477E-BA88-8425F9B64586}" destId="{385087C5-2202-4F23-BAB4-DA9CDE863552}" srcOrd="0" destOrd="0" presId="urn:microsoft.com/office/officeart/2005/8/layout/default"/>
    <dgm:cxn modelId="{EFF8D978-FC27-4A99-BA91-969DD6183667}" type="presParOf" srcId="{2D029550-08AD-460C-9077-A98D33929116}" destId="{385087C5-2202-4F23-BAB4-DA9CDE863552}" srcOrd="0" destOrd="0" presId="urn:microsoft.com/office/officeart/2005/8/layout/default"/>
    <dgm:cxn modelId="{4E8A0FC9-601B-4DB8-9245-5BB4F5A7745D}" type="presParOf" srcId="{2D029550-08AD-460C-9077-A98D33929116}" destId="{E84D61D5-BD12-4EB3-B748-F8DB36C7306B}" srcOrd="1" destOrd="0" presId="urn:microsoft.com/office/officeart/2005/8/layout/default"/>
    <dgm:cxn modelId="{16322BAB-0155-4E2C-BD49-8DFA25B72B06}" type="presParOf" srcId="{2D029550-08AD-460C-9077-A98D33929116}" destId="{DF5C7363-0ABD-4BD0-BAEA-542EDCC92073}" srcOrd="2" destOrd="0" presId="urn:microsoft.com/office/officeart/2005/8/layout/default"/>
    <dgm:cxn modelId="{50CECA67-1B81-4ED4-A018-95738491C70B}" type="presParOf" srcId="{2D029550-08AD-460C-9077-A98D33929116}" destId="{F7D7EC98-3A9B-485A-8F96-50A42C85DE1D}" srcOrd="3" destOrd="0" presId="urn:microsoft.com/office/officeart/2005/8/layout/default"/>
    <dgm:cxn modelId="{38BCD64F-451C-4469-9198-FA73E7C5FACF}" type="presParOf" srcId="{2D029550-08AD-460C-9077-A98D33929116}" destId="{7C9FB076-376D-42B4-A02F-D42A4A821B3E}" srcOrd="4" destOrd="0" presId="urn:microsoft.com/office/officeart/2005/8/layout/default"/>
    <dgm:cxn modelId="{9143337E-17EE-44AE-AE55-3E1DEFAA79C3}" type="presParOf" srcId="{2D029550-08AD-460C-9077-A98D33929116}" destId="{CA359F2F-E64C-4406-84E6-E98CCAE1B009}" srcOrd="5" destOrd="0" presId="urn:microsoft.com/office/officeart/2005/8/layout/default"/>
    <dgm:cxn modelId="{314D89C0-7CCD-4ED6-B913-F024CEABD83E}" type="presParOf" srcId="{2D029550-08AD-460C-9077-A98D33929116}" destId="{74D01675-92CC-4B22-A0F7-42C512A097E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hList1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26B6D630-928E-4F72-8EFE-EBC101595BFA}">
      <dgm:prSet/>
      <dgm:spPr/>
      <dgm:t>
        <a:bodyPr/>
        <a:lstStyle/>
        <a:p>
          <a:r>
            <a:rPr lang="es-ES" b="0" noProof="0" dirty="0">
              <a:effectLst/>
            </a:rPr>
            <a:t>Información interna del SR</a:t>
          </a:r>
        </a:p>
      </dgm:t>
    </dgm:pt>
    <dgm:pt modelId="{D939733D-2261-4C75-ADE2-9CFFC24FA127}" type="parTrans" cxnId="{9F7F579A-48A0-40CB-939F-BFF1AF3C6704}">
      <dgm:prSet/>
      <dgm:spPr/>
      <dgm:t>
        <a:bodyPr/>
        <a:lstStyle/>
        <a:p>
          <a:endParaRPr lang="es-ES"/>
        </a:p>
      </dgm:t>
    </dgm:pt>
    <dgm:pt modelId="{3403126E-90BC-4B37-97BC-335679F95F74}" type="sibTrans" cxnId="{9F7F579A-48A0-40CB-939F-BFF1AF3C6704}">
      <dgm:prSet/>
      <dgm:spPr/>
      <dgm:t>
        <a:bodyPr/>
        <a:lstStyle/>
        <a:p>
          <a:endParaRPr lang="es-ES"/>
        </a:p>
      </dgm:t>
    </dgm:pt>
    <dgm:pt modelId="{FB388F06-1DF5-4D90-99A3-C01BA4915CFC}">
      <dgm:prSet/>
      <dgm:spPr/>
      <dgm:t>
        <a:bodyPr/>
        <a:lstStyle/>
        <a:p>
          <a:r>
            <a:rPr lang="es-ES" b="0" noProof="0" dirty="0">
              <a:effectLst/>
            </a:rPr>
            <a:t>Los SR necesitan almacenar información para posteriormente, calcular la recomendación</a:t>
          </a:r>
        </a:p>
      </dgm:t>
    </dgm:pt>
    <dgm:pt modelId="{BEAE21A9-E0D2-4801-A462-EBB7809B625E}" type="parTrans" cxnId="{D78E6666-5FE9-4648-964F-0516ECC3A0D5}">
      <dgm:prSet/>
      <dgm:spPr/>
      <dgm:t>
        <a:bodyPr/>
        <a:lstStyle/>
        <a:p>
          <a:endParaRPr lang="es-ES"/>
        </a:p>
      </dgm:t>
    </dgm:pt>
    <dgm:pt modelId="{B046B6E1-899D-44D1-B712-62C8CC2883E9}" type="sibTrans" cxnId="{D78E6666-5FE9-4648-964F-0516ECC3A0D5}">
      <dgm:prSet/>
      <dgm:spPr/>
      <dgm:t>
        <a:bodyPr/>
        <a:lstStyle/>
        <a:p>
          <a:endParaRPr lang="es-ES"/>
        </a:p>
      </dgm:t>
    </dgm:pt>
    <dgm:pt modelId="{223C8F2E-8490-4CEC-8559-1F5572B0934B}">
      <dgm:prSet/>
      <dgm:spPr/>
      <dgm:t>
        <a:bodyPr/>
        <a:lstStyle/>
        <a:p>
          <a:r>
            <a:rPr lang="es-ES" b="0" noProof="0" dirty="0">
              <a:effectLst/>
            </a:rPr>
            <a:t>Se va a utilizar, sobre todo, en el SR Colaborativo</a:t>
          </a:r>
        </a:p>
      </dgm:t>
    </dgm:pt>
    <dgm:pt modelId="{A7444A27-6CEB-4FA9-88FD-EC5DB100DD72}" type="parTrans" cxnId="{D2E72B63-9AA8-4F0D-AF50-3DD3A9DBF4AC}">
      <dgm:prSet/>
      <dgm:spPr/>
      <dgm:t>
        <a:bodyPr/>
        <a:lstStyle/>
        <a:p>
          <a:endParaRPr lang="es-ES"/>
        </a:p>
      </dgm:t>
    </dgm:pt>
    <dgm:pt modelId="{0FC21027-1D7F-4F9C-8498-0D8C3401D8AC}" type="sibTrans" cxnId="{D2E72B63-9AA8-4F0D-AF50-3DD3A9DBF4AC}">
      <dgm:prSet/>
      <dgm:spPr/>
      <dgm:t>
        <a:bodyPr/>
        <a:lstStyle/>
        <a:p>
          <a:endParaRPr lang="es-ES"/>
        </a:p>
      </dgm:t>
    </dgm:pt>
    <dgm:pt modelId="{C1CACE83-4945-4581-9142-2BA4977A2342}">
      <dgm:prSet/>
      <dgm:spPr/>
      <dgm:t>
        <a:bodyPr/>
        <a:lstStyle/>
        <a:p>
          <a:r>
            <a:rPr lang="es-ES" b="0" noProof="0" dirty="0">
              <a:effectLst/>
            </a:rPr>
            <a:t>Contiene la información de los usuarios que son vecinos del usuario actual (usuarios con mayor grado de afinidad)</a:t>
          </a:r>
        </a:p>
      </dgm:t>
    </dgm:pt>
    <dgm:pt modelId="{FC7DE928-CC02-474E-8D62-5BF002C80034}" type="parTrans" cxnId="{FA87C4BB-B53D-4BC0-A333-F22FE2E1ED22}">
      <dgm:prSet/>
      <dgm:spPr/>
      <dgm:t>
        <a:bodyPr/>
        <a:lstStyle/>
        <a:p>
          <a:endParaRPr lang="es-ES"/>
        </a:p>
      </dgm:t>
    </dgm:pt>
    <dgm:pt modelId="{2C4150C8-3ED2-455E-9754-B29A17FC5E32}" type="sibTrans" cxnId="{FA87C4BB-B53D-4BC0-A333-F22FE2E1ED22}">
      <dgm:prSet/>
      <dgm:spPr/>
      <dgm:t>
        <a:bodyPr/>
        <a:lstStyle/>
        <a:p>
          <a:endParaRPr lang="es-ES"/>
        </a:p>
      </dgm:t>
    </dgm:pt>
    <dgm:pt modelId="{B6B2B8A1-23F2-4DE5-8F1C-95D9F1AC57EA}">
      <dgm:prSet/>
      <dgm:spPr/>
      <dgm:t>
        <a:bodyPr/>
        <a:lstStyle/>
        <a:p>
          <a:r>
            <a:rPr lang="es-ES" b="0" noProof="0" dirty="0">
              <a:effectLst/>
            </a:rPr>
            <a:t>Facilita y hace más rápido el proceso de recomendación</a:t>
          </a:r>
        </a:p>
      </dgm:t>
    </dgm:pt>
    <dgm:pt modelId="{FBD5BC45-FC1D-403D-89E5-25DE369B9952}" type="parTrans" cxnId="{EE2F5AC0-2118-4452-AE19-39D12726DD87}">
      <dgm:prSet/>
      <dgm:spPr/>
      <dgm:t>
        <a:bodyPr/>
        <a:lstStyle/>
        <a:p>
          <a:endParaRPr lang="es-ES"/>
        </a:p>
      </dgm:t>
    </dgm:pt>
    <dgm:pt modelId="{03EF1A6F-5D1A-4CC5-B8EB-532163E6A004}" type="sibTrans" cxnId="{EE2F5AC0-2118-4452-AE19-39D12726DD87}">
      <dgm:prSet/>
      <dgm:spPr/>
      <dgm:t>
        <a:bodyPr/>
        <a:lstStyle/>
        <a:p>
          <a:endParaRPr lang="es-ES"/>
        </a:p>
      </dgm:t>
    </dgm:pt>
    <dgm:pt modelId="{FA8C6B97-FF85-4D2F-B226-9DDA7E5874D3}">
      <dgm:prSet/>
      <dgm:spPr/>
      <dgm:t>
        <a:bodyPr/>
        <a:lstStyle/>
        <a:p>
          <a:r>
            <a:rPr lang="es-ES" b="0" noProof="0" dirty="0">
              <a:effectLst/>
            </a:rPr>
            <a:t>Inicialmente, no hay información interna</a:t>
          </a:r>
        </a:p>
      </dgm:t>
    </dgm:pt>
    <dgm:pt modelId="{C3E679B0-CAE1-4269-B640-D81FEC8D8DA9}" type="parTrans" cxnId="{F17EF723-72FD-4B7F-818B-0673E9953683}">
      <dgm:prSet/>
      <dgm:spPr/>
    </dgm:pt>
    <dgm:pt modelId="{02781664-9343-4451-89C1-3AD83FC4B1E9}" type="sibTrans" cxnId="{F17EF723-72FD-4B7F-818B-0673E9953683}">
      <dgm:prSet/>
      <dgm:spPr/>
    </dgm:pt>
    <dgm:pt modelId="{73F6314E-0B4D-4315-ABE8-776A1DF0F2D5}" type="pres">
      <dgm:prSet presAssocID="{AFA075C2-A5B6-4089-944D-722FA774510E}" presName="Name0" presStyleCnt="0">
        <dgm:presLayoutVars>
          <dgm:dir/>
          <dgm:animLvl val="lvl"/>
          <dgm:resizeHandles val="exact"/>
        </dgm:presLayoutVars>
      </dgm:prSet>
      <dgm:spPr/>
    </dgm:pt>
    <dgm:pt modelId="{C43DD89E-A03C-4F37-85BF-4448D8957D81}" type="pres">
      <dgm:prSet presAssocID="{26B6D630-928E-4F72-8EFE-EBC101595BFA}" presName="composite" presStyleCnt="0"/>
      <dgm:spPr/>
    </dgm:pt>
    <dgm:pt modelId="{AFBA4C33-D125-43B0-97C9-35A4E861F35F}" type="pres">
      <dgm:prSet presAssocID="{26B6D630-928E-4F72-8EFE-EBC101595BF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CD1D5A2-1FD5-40CD-BE1C-C310A02FC819}" type="pres">
      <dgm:prSet presAssocID="{26B6D630-928E-4F72-8EFE-EBC101595BF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09CBC108-9F57-4BF8-A047-D16618A8EC5F}" type="presOf" srcId="{C1CACE83-4945-4581-9142-2BA4977A2342}" destId="{CCD1D5A2-1FD5-40CD-BE1C-C310A02FC819}" srcOrd="0" destOrd="3" presId="urn:microsoft.com/office/officeart/2005/8/layout/hList1"/>
    <dgm:cxn modelId="{F17EF723-72FD-4B7F-818B-0673E9953683}" srcId="{26B6D630-928E-4F72-8EFE-EBC101595BFA}" destId="{FA8C6B97-FF85-4D2F-B226-9DDA7E5874D3}" srcOrd="3" destOrd="0" parTransId="{C3E679B0-CAE1-4269-B640-D81FEC8D8DA9}" sibTransId="{02781664-9343-4451-89C1-3AD83FC4B1E9}"/>
    <dgm:cxn modelId="{D2E72B63-9AA8-4F0D-AF50-3DD3A9DBF4AC}" srcId="{26B6D630-928E-4F72-8EFE-EBC101595BFA}" destId="{223C8F2E-8490-4CEC-8559-1F5572B0934B}" srcOrd="2" destOrd="0" parTransId="{A7444A27-6CEB-4FA9-88FD-EC5DB100DD72}" sibTransId="{0FC21027-1D7F-4F9C-8498-0D8C3401D8AC}"/>
    <dgm:cxn modelId="{D78E6666-5FE9-4648-964F-0516ECC3A0D5}" srcId="{26B6D630-928E-4F72-8EFE-EBC101595BFA}" destId="{FB388F06-1DF5-4D90-99A3-C01BA4915CFC}" srcOrd="0" destOrd="0" parTransId="{BEAE21A9-E0D2-4801-A462-EBB7809B625E}" sibTransId="{B046B6E1-899D-44D1-B712-62C8CC2883E9}"/>
    <dgm:cxn modelId="{B730DF78-F750-46E1-8EFC-3C3B13189E85}" type="presOf" srcId="{AFA075C2-A5B6-4089-944D-722FA774510E}" destId="{73F6314E-0B4D-4315-ABE8-776A1DF0F2D5}" srcOrd="0" destOrd="0" presId="urn:microsoft.com/office/officeart/2005/8/layout/hList1"/>
    <dgm:cxn modelId="{2A4E9797-9DF0-48BB-AEBC-73A2395ED5E3}" type="presOf" srcId="{26B6D630-928E-4F72-8EFE-EBC101595BFA}" destId="{AFBA4C33-D125-43B0-97C9-35A4E861F35F}" srcOrd="0" destOrd="0" presId="urn:microsoft.com/office/officeart/2005/8/layout/hList1"/>
    <dgm:cxn modelId="{9F7F579A-48A0-40CB-939F-BFF1AF3C6704}" srcId="{AFA075C2-A5B6-4089-944D-722FA774510E}" destId="{26B6D630-928E-4F72-8EFE-EBC101595BFA}" srcOrd="0" destOrd="0" parTransId="{D939733D-2261-4C75-ADE2-9CFFC24FA127}" sibTransId="{3403126E-90BC-4B37-97BC-335679F95F74}"/>
    <dgm:cxn modelId="{A7238B9A-E95C-4B3E-B8F8-09F0B2A4FDF6}" type="presOf" srcId="{B6B2B8A1-23F2-4DE5-8F1C-95D9F1AC57EA}" destId="{CCD1D5A2-1FD5-40CD-BE1C-C310A02FC819}" srcOrd="0" destOrd="1" presId="urn:microsoft.com/office/officeart/2005/8/layout/hList1"/>
    <dgm:cxn modelId="{339A97A1-E2B7-4BA5-AE86-8DE49CD432A7}" type="presOf" srcId="{FA8C6B97-FF85-4D2F-B226-9DDA7E5874D3}" destId="{CCD1D5A2-1FD5-40CD-BE1C-C310A02FC819}" srcOrd="0" destOrd="4" presId="urn:microsoft.com/office/officeart/2005/8/layout/hList1"/>
    <dgm:cxn modelId="{CFDF7CB6-201E-4F08-A92D-A4B898B0A599}" type="presOf" srcId="{FB388F06-1DF5-4D90-99A3-C01BA4915CFC}" destId="{CCD1D5A2-1FD5-40CD-BE1C-C310A02FC819}" srcOrd="0" destOrd="0" presId="urn:microsoft.com/office/officeart/2005/8/layout/hList1"/>
    <dgm:cxn modelId="{FA87C4BB-B53D-4BC0-A333-F22FE2E1ED22}" srcId="{223C8F2E-8490-4CEC-8559-1F5572B0934B}" destId="{C1CACE83-4945-4581-9142-2BA4977A2342}" srcOrd="0" destOrd="0" parTransId="{FC7DE928-CC02-474E-8D62-5BF002C80034}" sibTransId="{2C4150C8-3ED2-455E-9754-B29A17FC5E32}"/>
    <dgm:cxn modelId="{EE2F5AC0-2118-4452-AE19-39D12726DD87}" srcId="{26B6D630-928E-4F72-8EFE-EBC101595BFA}" destId="{B6B2B8A1-23F2-4DE5-8F1C-95D9F1AC57EA}" srcOrd="1" destOrd="0" parTransId="{FBD5BC45-FC1D-403D-89E5-25DE369B9952}" sibTransId="{03EF1A6F-5D1A-4CC5-B8EB-532163E6A004}"/>
    <dgm:cxn modelId="{61CB81E7-A256-4CE7-AF9D-FC1AD83F6AAB}" type="presOf" srcId="{223C8F2E-8490-4CEC-8559-1F5572B0934B}" destId="{CCD1D5A2-1FD5-40CD-BE1C-C310A02FC819}" srcOrd="0" destOrd="2" presId="urn:microsoft.com/office/officeart/2005/8/layout/hList1"/>
    <dgm:cxn modelId="{6423145C-6DC9-4864-B4DD-9996F41C2D22}" type="presParOf" srcId="{73F6314E-0B4D-4315-ABE8-776A1DF0F2D5}" destId="{C43DD89E-A03C-4F37-85BF-4448D8957D81}" srcOrd="0" destOrd="0" presId="urn:microsoft.com/office/officeart/2005/8/layout/hList1"/>
    <dgm:cxn modelId="{D069D9A0-DE64-4481-91FA-81E55C786E05}" type="presParOf" srcId="{C43DD89E-A03C-4F37-85BF-4448D8957D81}" destId="{AFBA4C33-D125-43B0-97C9-35A4E861F35F}" srcOrd="0" destOrd="0" presId="urn:microsoft.com/office/officeart/2005/8/layout/hList1"/>
    <dgm:cxn modelId="{F022201C-C1B1-49B3-9761-5530C27F083A}" type="presParOf" srcId="{C43DD89E-A03C-4F37-85BF-4448D8957D81}" destId="{CCD1D5A2-1FD5-40CD-BE1C-C310A02FC8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hierarchy4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s-ES"/>
        </a:p>
      </dgm:t>
    </dgm:pt>
    <dgm:pt modelId="{26B6D630-928E-4F72-8EFE-EBC101595BFA}">
      <dgm:prSet/>
      <dgm:spPr/>
      <dgm:t>
        <a:bodyPr/>
        <a:lstStyle/>
        <a:p>
          <a:r>
            <a:rPr lang="es-ES" b="0" noProof="0" dirty="0">
              <a:effectLst/>
            </a:rPr>
            <a:t>Información interna del SR Colaborativo: vecinos </a:t>
          </a:r>
        </a:p>
      </dgm:t>
    </dgm:pt>
    <dgm:pt modelId="{D939733D-2261-4C75-ADE2-9CFFC24FA127}" type="parTrans" cxnId="{9F7F579A-48A0-40CB-939F-BFF1AF3C6704}">
      <dgm:prSet/>
      <dgm:spPr/>
      <dgm:t>
        <a:bodyPr/>
        <a:lstStyle/>
        <a:p>
          <a:endParaRPr lang="es-ES"/>
        </a:p>
      </dgm:t>
    </dgm:pt>
    <dgm:pt modelId="{3403126E-90BC-4B37-97BC-335679F95F74}" type="sibTrans" cxnId="{9F7F579A-48A0-40CB-939F-BFF1AF3C6704}">
      <dgm:prSet/>
      <dgm:spPr/>
      <dgm:t>
        <a:bodyPr/>
        <a:lstStyle/>
        <a:p>
          <a:endParaRPr lang="es-ES"/>
        </a:p>
      </dgm:t>
    </dgm:pt>
    <dgm:pt modelId="{34AEC176-380A-4D9C-B2DE-3248F3AC8DC5}">
      <dgm:prSet/>
      <dgm:spPr/>
      <dgm:t>
        <a:bodyPr/>
        <a:lstStyle/>
        <a:p>
          <a:r>
            <a:rPr lang="es-ES" b="0" noProof="0" dirty="0">
              <a:effectLst/>
            </a:rPr>
            <a:t>Número de vecinos del usuario</a:t>
          </a:r>
        </a:p>
      </dgm:t>
    </dgm:pt>
    <dgm:pt modelId="{2D97D425-46D1-4EBB-B14A-9A32B53BA517}" type="parTrans" cxnId="{C308B25F-0FEA-4BC1-A4D0-30F68D7A6021}">
      <dgm:prSet/>
      <dgm:spPr/>
      <dgm:t>
        <a:bodyPr/>
        <a:lstStyle/>
        <a:p>
          <a:endParaRPr lang="es-ES"/>
        </a:p>
      </dgm:t>
    </dgm:pt>
    <dgm:pt modelId="{B3EEC47B-1D4B-46B2-85B1-03421B4F59B1}" type="sibTrans" cxnId="{C308B25F-0FEA-4BC1-A4D0-30F68D7A6021}">
      <dgm:prSet/>
      <dgm:spPr/>
      <dgm:t>
        <a:bodyPr/>
        <a:lstStyle/>
        <a:p>
          <a:endParaRPr lang="es-ES"/>
        </a:p>
      </dgm:t>
    </dgm:pt>
    <dgm:pt modelId="{2184AFB8-BAE5-40AC-8924-A754F167DED4}">
      <dgm:prSet/>
      <dgm:spPr/>
      <dgm:t>
        <a:bodyPr/>
        <a:lstStyle/>
        <a:p>
          <a:r>
            <a:rPr lang="es-ES" b="0" noProof="0" dirty="0">
              <a:effectLst/>
            </a:rPr>
            <a:t>Para cada vecino</a:t>
          </a:r>
        </a:p>
      </dgm:t>
    </dgm:pt>
    <dgm:pt modelId="{3B0A327B-F687-403E-BEB1-40FBBA09C790}" type="parTrans" cxnId="{A4ADC6A4-74B5-47DF-B642-7807DD19AD45}">
      <dgm:prSet/>
      <dgm:spPr/>
      <dgm:t>
        <a:bodyPr/>
        <a:lstStyle/>
        <a:p>
          <a:endParaRPr lang="es-ES"/>
        </a:p>
      </dgm:t>
    </dgm:pt>
    <dgm:pt modelId="{8E2CC455-F3E9-42A1-A217-9EC13D4B8146}" type="sibTrans" cxnId="{A4ADC6A4-74B5-47DF-B642-7807DD19AD45}">
      <dgm:prSet/>
      <dgm:spPr/>
      <dgm:t>
        <a:bodyPr/>
        <a:lstStyle/>
        <a:p>
          <a:endParaRPr lang="es-ES"/>
        </a:p>
      </dgm:t>
    </dgm:pt>
    <dgm:pt modelId="{539FA5EE-A7E4-46C7-9C9D-1F6958ABB183}">
      <dgm:prSet/>
      <dgm:spPr/>
      <dgm:t>
        <a:bodyPr/>
        <a:lstStyle/>
        <a:p>
          <a:r>
            <a:rPr lang="es-ES" b="0" noProof="0" dirty="0">
              <a:effectLst/>
            </a:rPr>
            <a:t>Identificador</a:t>
          </a:r>
        </a:p>
      </dgm:t>
    </dgm:pt>
    <dgm:pt modelId="{EE0D8600-2186-4EEB-89C1-F134381BCADA}" type="parTrans" cxnId="{F0AED740-3765-42FD-ABD9-5D9155D4C576}">
      <dgm:prSet/>
      <dgm:spPr/>
      <dgm:t>
        <a:bodyPr/>
        <a:lstStyle/>
        <a:p>
          <a:endParaRPr lang="es-ES"/>
        </a:p>
      </dgm:t>
    </dgm:pt>
    <dgm:pt modelId="{07F2A67D-8C33-4087-839F-DB8829871007}" type="sibTrans" cxnId="{F0AED740-3765-42FD-ABD9-5D9155D4C576}">
      <dgm:prSet/>
      <dgm:spPr/>
      <dgm:t>
        <a:bodyPr/>
        <a:lstStyle/>
        <a:p>
          <a:endParaRPr lang="es-ES"/>
        </a:p>
      </dgm:t>
    </dgm:pt>
    <dgm:pt modelId="{8C402995-1969-4DCA-8FF1-F0898418D96D}">
      <dgm:prSet/>
      <dgm:spPr/>
      <dgm:t>
        <a:bodyPr/>
        <a:lstStyle/>
        <a:p>
          <a:r>
            <a:rPr lang="es-ES" b="0" noProof="0" dirty="0">
              <a:effectLst/>
            </a:rPr>
            <a:t>Grado de afinidad con el vecino (valor entre 0 y 100)</a:t>
          </a:r>
        </a:p>
      </dgm:t>
    </dgm:pt>
    <dgm:pt modelId="{7BA31DF6-E1BB-4A72-81D7-A43E39BC3ED8}" type="parTrans" cxnId="{2EF9AAB7-5C84-4174-9507-63AD0CD9B9D8}">
      <dgm:prSet/>
      <dgm:spPr/>
      <dgm:t>
        <a:bodyPr/>
        <a:lstStyle/>
        <a:p>
          <a:endParaRPr lang="es-ES"/>
        </a:p>
      </dgm:t>
    </dgm:pt>
    <dgm:pt modelId="{60786871-68C9-4BBD-8C33-C739B99DB78F}" type="sibTrans" cxnId="{2EF9AAB7-5C84-4174-9507-63AD0CD9B9D8}">
      <dgm:prSet/>
      <dgm:spPr/>
      <dgm:t>
        <a:bodyPr/>
        <a:lstStyle/>
        <a:p>
          <a:endParaRPr lang="es-ES"/>
        </a:p>
      </dgm:t>
    </dgm:pt>
    <dgm:pt modelId="{76EDC28A-B0FA-49CA-BE66-FEDE5EFB059A}" type="pres">
      <dgm:prSet presAssocID="{AFA075C2-A5B6-4089-944D-722FA774510E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228ADF-7924-4EC4-8F45-6791989DAEB1}" type="pres">
      <dgm:prSet presAssocID="{26B6D630-928E-4F72-8EFE-EBC101595BFA}" presName="vertOne" presStyleCnt="0"/>
      <dgm:spPr/>
    </dgm:pt>
    <dgm:pt modelId="{54222A1B-F71E-4981-8F2D-22C4B08FD169}" type="pres">
      <dgm:prSet presAssocID="{26B6D630-928E-4F72-8EFE-EBC101595BFA}" presName="txOne" presStyleLbl="node0" presStyleIdx="0" presStyleCnt="1">
        <dgm:presLayoutVars>
          <dgm:chPref val="3"/>
        </dgm:presLayoutVars>
      </dgm:prSet>
      <dgm:spPr/>
    </dgm:pt>
    <dgm:pt modelId="{23C34661-B2BC-4AC3-8083-D4AC4CF663E3}" type="pres">
      <dgm:prSet presAssocID="{26B6D630-928E-4F72-8EFE-EBC101595BFA}" presName="parTransOne" presStyleCnt="0"/>
      <dgm:spPr/>
    </dgm:pt>
    <dgm:pt modelId="{9F8E67E7-2F10-47A1-966E-2FB0CBC0F61C}" type="pres">
      <dgm:prSet presAssocID="{26B6D630-928E-4F72-8EFE-EBC101595BFA}" presName="horzOne" presStyleCnt="0"/>
      <dgm:spPr/>
    </dgm:pt>
    <dgm:pt modelId="{A1BF020E-4A16-4281-8CEA-B6FFB829D8CB}" type="pres">
      <dgm:prSet presAssocID="{34AEC176-380A-4D9C-B2DE-3248F3AC8DC5}" presName="vertTwo" presStyleCnt="0"/>
      <dgm:spPr/>
    </dgm:pt>
    <dgm:pt modelId="{82DA05E1-EB5D-4409-B174-9BD48FF7109D}" type="pres">
      <dgm:prSet presAssocID="{34AEC176-380A-4D9C-B2DE-3248F3AC8DC5}" presName="txTwo" presStyleLbl="node2" presStyleIdx="0" presStyleCnt="2">
        <dgm:presLayoutVars>
          <dgm:chPref val="3"/>
        </dgm:presLayoutVars>
      </dgm:prSet>
      <dgm:spPr/>
    </dgm:pt>
    <dgm:pt modelId="{2F9481C3-8556-4E5E-84FE-D889E46C9854}" type="pres">
      <dgm:prSet presAssocID="{34AEC176-380A-4D9C-B2DE-3248F3AC8DC5}" presName="horzTwo" presStyleCnt="0"/>
      <dgm:spPr/>
    </dgm:pt>
    <dgm:pt modelId="{638E463B-1F4F-41EB-894B-4EBC12184D1F}" type="pres">
      <dgm:prSet presAssocID="{B3EEC47B-1D4B-46B2-85B1-03421B4F59B1}" presName="sibSpaceTwo" presStyleCnt="0"/>
      <dgm:spPr/>
    </dgm:pt>
    <dgm:pt modelId="{C7E01FDE-F8D3-4A08-B62C-51D192841849}" type="pres">
      <dgm:prSet presAssocID="{2184AFB8-BAE5-40AC-8924-A754F167DED4}" presName="vertTwo" presStyleCnt="0"/>
      <dgm:spPr/>
    </dgm:pt>
    <dgm:pt modelId="{4D236F13-20CB-4651-B17D-E1BC626DD82C}" type="pres">
      <dgm:prSet presAssocID="{2184AFB8-BAE5-40AC-8924-A754F167DED4}" presName="txTwo" presStyleLbl="node2" presStyleIdx="1" presStyleCnt="2">
        <dgm:presLayoutVars>
          <dgm:chPref val="3"/>
        </dgm:presLayoutVars>
      </dgm:prSet>
      <dgm:spPr/>
    </dgm:pt>
    <dgm:pt modelId="{FF75618D-B5B2-4564-83B8-88C3E5DF46D5}" type="pres">
      <dgm:prSet presAssocID="{2184AFB8-BAE5-40AC-8924-A754F167DED4}" presName="parTransTwo" presStyleCnt="0"/>
      <dgm:spPr/>
    </dgm:pt>
    <dgm:pt modelId="{E076F1BF-E364-4E87-8EFD-7867219C197A}" type="pres">
      <dgm:prSet presAssocID="{2184AFB8-BAE5-40AC-8924-A754F167DED4}" presName="horzTwo" presStyleCnt="0"/>
      <dgm:spPr/>
    </dgm:pt>
    <dgm:pt modelId="{B5550EA3-75B7-418D-A409-C8E1A3CF195E}" type="pres">
      <dgm:prSet presAssocID="{539FA5EE-A7E4-46C7-9C9D-1F6958ABB183}" presName="vertThree" presStyleCnt="0"/>
      <dgm:spPr/>
    </dgm:pt>
    <dgm:pt modelId="{C304C60B-C6CB-4C58-A728-DE7DFB0CC869}" type="pres">
      <dgm:prSet presAssocID="{539FA5EE-A7E4-46C7-9C9D-1F6958ABB183}" presName="txThree" presStyleLbl="node3" presStyleIdx="0" presStyleCnt="2">
        <dgm:presLayoutVars>
          <dgm:chPref val="3"/>
        </dgm:presLayoutVars>
      </dgm:prSet>
      <dgm:spPr/>
    </dgm:pt>
    <dgm:pt modelId="{5F48EDDB-FB59-4C96-94BC-C52B3DE455D0}" type="pres">
      <dgm:prSet presAssocID="{539FA5EE-A7E4-46C7-9C9D-1F6958ABB183}" presName="horzThree" presStyleCnt="0"/>
      <dgm:spPr/>
    </dgm:pt>
    <dgm:pt modelId="{2DFEEF77-45FE-481D-BD2D-9C5955BF5122}" type="pres">
      <dgm:prSet presAssocID="{07F2A67D-8C33-4087-839F-DB8829871007}" presName="sibSpaceThree" presStyleCnt="0"/>
      <dgm:spPr/>
    </dgm:pt>
    <dgm:pt modelId="{78230D7A-DB57-42FD-B078-6D667C22A77D}" type="pres">
      <dgm:prSet presAssocID="{8C402995-1969-4DCA-8FF1-F0898418D96D}" presName="vertThree" presStyleCnt="0"/>
      <dgm:spPr/>
    </dgm:pt>
    <dgm:pt modelId="{6F1C857C-B261-4B81-A7F0-689490D996E7}" type="pres">
      <dgm:prSet presAssocID="{8C402995-1969-4DCA-8FF1-F0898418D96D}" presName="txThree" presStyleLbl="node3" presStyleIdx="1" presStyleCnt="2">
        <dgm:presLayoutVars>
          <dgm:chPref val="3"/>
        </dgm:presLayoutVars>
      </dgm:prSet>
      <dgm:spPr/>
    </dgm:pt>
    <dgm:pt modelId="{2188F635-3CFC-496A-93D4-D14E4F8F56DD}" type="pres">
      <dgm:prSet presAssocID="{8C402995-1969-4DCA-8FF1-F0898418D96D}" presName="horzThree" presStyleCnt="0"/>
      <dgm:spPr/>
    </dgm:pt>
  </dgm:ptLst>
  <dgm:cxnLst>
    <dgm:cxn modelId="{2EEA3D11-C8C1-4108-B470-4391D1636F56}" type="presOf" srcId="{34AEC176-380A-4D9C-B2DE-3248F3AC8DC5}" destId="{82DA05E1-EB5D-4409-B174-9BD48FF7109D}" srcOrd="0" destOrd="0" presId="urn:microsoft.com/office/officeart/2005/8/layout/hierarchy4"/>
    <dgm:cxn modelId="{F0AED740-3765-42FD-ABD9-5D9155D4C576}" srcId="{2184AFB8-BAE5-40AC-8924-A754F167DED4}" destId="{539FA5EE-A7E4-46C7-9C9D-1F6958ABB183}" srcOrd="0" destOrd="0" parTransId="{EE0D8600-2186-4EEB-89C1-F134381BCADA}" sibTransId="{07F2A67D-8C33-4087-839F-DB8829871007}"/>
    <dgm:cxn modelId="{C308B25F-0FEA-4BC1-A4D0-30F68D7A6021}" srcId="{26B6D630-928E-4F72-8EFE-EBC101595BFA}" destId="{34AEC176-380A-4D9C-B2DE-3248F3AC8DC5}" srcOrd="0" destOrd="0" parTransId="{2D97D425-46D1-4EBB-B14A-9A32B53BA517}" sibTransId="{B3EEC47B-1D4B-46B2-85B1-03421B4F59B1}"/>
    <dgm:cxn modelId="{DE09AA47-8BA1-427C-8BEE-918DFDEACA8F}" type="presOf" srcId="{539FA5EE-A7E4-46C7-9C9D-1F6958ABB183}" destId="{C304C60B-C6CB-4C58-A728-DE7DFB0CC869}" srcOrd="0" destOrd="0" presId="urn:microsoft.com/office/officeart/2005/8/layout/hierarchy4"/>
    <dgm:cxn modelId="{7213DF4C-3B26-4433-BF6F-700F68711641}" type="presOf" srcId="{2184AFB8-BAE5-40AC-8924-A754F167DED4}" destId="{4D236F13-20CB-4651-B17D-E1BC626DD82C}" srcOrd="0" destOrd="0" presId="urn:microsoft.com/office/officeart/2005/8/layout/hierarchy4"/>
    <dgm:cxn modelId="{80466A9A-5110-4045-B124-94B08A72D25A}" type="presOf" srcId="{AFA075C2-A5B6-4089-944D-722FA774510E}" destId="{76EDC28A-B0FA-49CA-BE66-FEDE5EFB059A}" srcOrd="0" destOrd="0" presId="urn:microsoft.com/office/officeart/2005/8/layout/hierarchy4"/>
    <dgm:cxn modelId="{9F7F579A-48A0-40CB-939F-BFF1AF3C6704}" srcId="{AFA075C2-A5B6-4089-944D-722FA774510E}" destId="{26B6D630-928E-4F72-8EFE-EBC101595BFA}" srcOrd="0" destOrd="0" parTransId="{D939733D-2261-4C75-ADE2-9CFFC24FA127}" sibTransId="{3403126E-90BC-4B37-97BC-335679F95F74}"/>
    <dgm:cxn modelId="{A4ADC6A4-74B5-47DF-B642-7807DD19AD45}" srcId="{26B6D630-928E-4F72-8EFE-EBC101595BFA}" destId="{2184AFB8-BAE5-40AC-8924-A754F167DED4}" srcOrd="1" destOrd="0" parTransId="{3B0A327B-F687-403E-BEB1-40FBBA09C790}" sibTransId="{8E2CC455-F3E9-42A1-A217-9EC13D4B8146}"/>
    <dgm:cxn modelId="{2EF9AAB7-5C84-4174-9507-63AD0CD9B9D8}" srcId="{2184AFB8-BAE5-40AC-8924-A754F167DED4}" destId="{8C402995-1969-4DCA-8FF1-F0898418D96D}" srcOrd="1" destOrd="0" parTransId="{7BA31DF6-E1BB-4A72-81D7-A43E39BC3ED8}" sibTransId="{60786871-68C9-4BBD-8C33-C739B99DB78F}"/>
    <dgm:cxn modelId="{89BC89DA-FB56-428C-B53E-F24D9E35730E}" type="presOf" srcId="{8C402995-1969-4DCA-8FF1-F0898418D96D}" destId="{6F1C857C-B261-4B81-A7F0-689490D996E7}" srcOrd="0" destOrd="0" presId="urn:microsoft.com/office/officeart/2005/8/layout/hierarchy4"/>
    <dgm:cxn modelId="{203B2AE2-78AB-4808-8EA5-D607E265363B}" type="presOf" srcId="{26B6D630-928E-4F72-8EFE-EBC101595BFA}" destId="{54222A1B-F71E-4981-8F2D-22C4B08FD169}" srcOrd="0" destOrd="0" presId="urn:microsoft.com/office/officeart/2005/8/layout/hierarchy4"/>
    <dgm:cxn modelId="{11299135-9B82-4198-BEEE-0C2E2043CE66}" type="presParOf" srcId="{76EDC28A-B0FA-49CA-BE66-FEDE5EFB059A}" destId="{D4228ADF-7924-4EC4-8F45-6791989DAEB1}" srcOrd="0" destOrd="0" presId="urn:microsoft.com/office/officeart/2005/8/layout/hierarchy4"/>
    <dgm:cxn modelId="{B2686640-6FB0-4CD4-9C4D-54561A584C33}" type="presParOf" srcId="{D4228ADF-7924-4EC4-8F45-6791989DAEB1}" destId="{54222A1B-F71E-4981-8F2D-22C4B08FD169}" srcOrd="0" destOrd="0" presId="urn:microsoft.com/office/officeart/2005/8/layout/hierarchy4"/>
    <dgm:cxn modelId="{477B5D73-836B-42D5-8B9C-365BCA0EFF43}" type="presParOf" srcId="{D4228ADF-7924-4EC4-8F45-6791989DAEB1}" destId="{23C34661-B2BC-4AC3-8083-D4AC4CF663E3}" srcOrd="1" destOrd="0" presId="urn:microsoft.com/office/officeart/2005/8/layout/hierarchy4"/>
    <dgm:cxn modelId="{3D7EB1C0-31B1-43F6-BCD7-29FD64708FAA}" type="presParOf" srcId="{D4228ADF-7924-4EC4-8F45-6791989DAEB1}" destId="{9F8E67E7-2F10-47A1-966E-2FB0CBC0F61C}" srcOrd="2" destOrd="0" presId="urn:microsoft.com/office/officeart/2005/8/layout/hierarchy4"/>
    <dgm:cxn modelId="{5A7B5CFF-10D7-4E9E-8A62-2E7A1380850D}" type="presParOf" srcId="{9F8E67E7-2F10-47A1-966E-2FB0CBC0F61C}" destId="{A1BF020E-4A16-4281-8CEA-B6FFB829D8CB}" srcOrd="0" destOrd="0" presId="urn:microsoft.com/office/officeart/2005/8/layout/hierarchy4"/>
    <dgm:cxn modelId="{CEB763FF-1C6B-4B35-8F90-1EBB63FD809C}" type="presParOf" srcId="{A1BF020E-4A16-4281-8CEA-B6FFB829D8CB}" destId="{82DA05E1-EB5D-4409-B174-9BD48FF7109D}" srcOrd="0" destOrd="0" presId="urn:microsoft.com/office/officeart/2005/8/layout/hierarchy4"/>
    <dgm:cxn modelId="{8CA92DBE-2FD2-4D44-8D7B-76A121C93BD1}" type="presParOf" srcId="{A1BF020E-4A16-4281-8CEA-B6FFB829D8CB}" destId="{2F9481C3-8556-4E5E-84FE-D889E46C9854}" srcOrd="1" destOrd="0" presId="urn:microsoft.com/office/officeart/2005/8/layout/hierarchy4"/>
    <dgm:cxn modelId="{B881EF7E-E519-4731-A6CB-F3B2F4FA1DEA}" type="presParOf" srcId="{9F8E67E7-2F10-47A1-966E-2FB0CBC0F61C}" destId="{638E463B-1F4F-41EB-894B-4EBC12184D1F}" srcOrd="1" destOrd="0" presId="urn:microsoft.com/office/officeart/2005/8/layout/hierarchy4"/>
    <dgm:cxn modelId="{4C18FF6A-3326-4369-BDC5-6A11071C8693}" type="presParOf" srcId="{9F8E67E7-2F10-47A1-966E-2FB0CBC0F61C}" destId="{C7E01FDE-F8D3-4A08-B62C-51D192841849}" srcOrd="2" destOrd="0" presId="urn:microsoft.com/office/officeart/2005/8/layout/hierarchy4"/>
    <dgm:cxn modelId="{B03CB620-13A4-4E97-A0C7-E955483531F3}" type="presParOf" srcId="{C7E01FDE-F8D3-4A08-B62C-51D192841849}" destId="{4D236F13-20CB-4651-B17D-E1BC626DD82C}" srcOrd="0" destOrd="0" presId="urn:microsoft.com/office/officeart/2005/8/layout/hierarchy4"/>
    <dgm:cxn modelId="{E64AA203-20C3-45D0-BA7A-EA1438C19E4A}" type="presParOf" srcId="{C7E01FDE-F8D3-4A08-B62C-51D192841849}" destId="{FF75618D-B5B2-4564-83B8-88C3E5DF46D5}" srcOrd="1" destOrd="0" presId="urn:microsoft.com/office/officeart/2005/8/layout/hierarchy4"/>
    <dgm:cxn modelId="{692FF623-59FC-4B02-B9CB-4006F6EF727B}" type="presParOf" srcId="{C7E01FDE-F8D3-4A08-B62C-51D192841849}" destId="{E076F1BF-E364-4E87-8EFD-7867219C197A}" srcOrd="2" destOrd="0" presId="urn:microsoft.com/office/officeart/2005/8/layout/hierarchy4"/>
    <dgm:cxn modelId="{8E5E49D6-4372-4F6F-8195-BABDCB595D62}" type="presParOf" srcId="{E076F1BF-E364-4E87-8EFD-7867219C197A}" destId="{B5550EA3-75B7-418D-A409-C8E1A3CF195E}" srcOrd="0" destOrd="0" presId="urn:microsoft.com/office/officeart/2005/8/layout/hierarchy4"/>
    <dgm:cxn modelId="{7F868E08-B235-4FD7-9C8A-863694F85346}" type="presParOf" srcId="{B5550EA3-75B7-418D-A409-C8E1A3CF195E}" destId="{C304C60B-C6CB-4C58-A728-DE7DFB0CC869}" srcOrd="0" destOrd="0" presId="urn:microsoft.com/office/officeart/2005/8/layout/hierarchy4"/>
    <dgm:cxn modelId="{183E08B0-1801-45F5-BEC4-1B7B427CB027}" type="presParOf" srcId="{B5550EA3-75B7-418D-A409-C8E1A3CF195E}" destId="{5F48EDDB-FB59-4C96-94BC-C52B3DE455D0}" srcOrd="1" destOrd="0" presId="urn:microsoft.com/office/officeart/2005/8/layout/hierarchy4"/>
    <dgm:cxn modelId="{3222CEDF-54F4-438A-9E8D-2109570D4A2F}" type="presParOf" srcId="{E076F1BF-E364-4E87-8EFD-7867219C197A}" destId="{2DFEEF77-45FE-481D-BD2D-9C5955BF5122}" srcOrd="1" destOrd="0" presId="urn:microsoft.com/office/officeart/2005/8/layout/hierarchy4"/>
    <dgm:cxn modelId="{7BD5E4B8-B1AA-40C5-9C5A-E8B9BFD6DED0}" type="presParOf" srcId="{E076F1BF-E364-4E87-8EFD-7867219C197A}" destId="{78230D7A-DB57-42FD-B078-6D667C22A77D}" srcOrd="2" destOrd="0" presId="urn:microsoft.com/office/officeart/2005/8/layout/hierarchy4"/>
    <dgm:cxn modelId="{5271E62B-379F-4DD3-B962-998323D9ABDC}" type="presParOf" srcId="{78230D7A-DB57-42FD-B078-6D667C22A77D}" destId="{6F1C857C-B261-4B81-A7F0-689490D996E7}" srcOrd="0" destOrd="0" presId="urn:microsoft.com/office/officeart/2005/8/layout/hierarchy4"/>
    <dgm:cxn modelId="{25C7E54B-4723-4366-A855-7A66F9D80897}" type="presParOf" srcId="{78230D7A-DB57-42FD-B078-6D667C22A77D}" destId="{2188F635-3CFC-496A-93D4-D14E4F8F56DD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chevron1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26B6D630-928E-4F72-8EFE-EBC101595BFA}">
      <dgm:prSet/>
      <dgm:spPr/>
      <dgm:t>
        <a:bodyPr/>
        <a:lstStyle/>
        <a:p>
          <a:r>
            <a:rPr lang="es-ES" b="0" noProof="0" dirty="0">
              <a:effectLst/>
            </a:rPr>
            <a:t>Lista de ítems recomendados a un usuario</a:t>
          </a:r>
        </a:p>
      </dgm:t>
    </dgm:pt>
    <dgm:pt modelId="{D939733D-2261-4C75-ADE2-9CFFC24FA127}" type="parTrans" cxnId="{9F7F579A-48A0-40CB-939F-BFF1AF3C6704}">
      <dgm:prSet/>
      <dgm:spPr/>
      <dgm:t>
        <a:bodyPr/>
        <a:lstStyle/>
        <a:p>
          <a:endParaRPr lang="es-ES"/>
        </a:p>
      </dgm:t>
    </dgm:pt>
    <dgm:pt modelId="{3403126E-90BC-4B37-97BC-335679F95F74}" type="sibTrans" cxnId="{9F7F579A-48A0-40CB-939F-BFF1AF3C6704}">
      <dgm:prSet/>
      <dgm:spPr/>
      <dgm:t>
        <a:bodyPr/>
        <a:lstStyle/>
        <a:p>
          <a:endParaRPr lang="es-ES"/>
        </a:p>
      </dgm:t>
    </dgm:pt>
    <dgm:pt modelId="{91BD9013-C298-49C1-84AE-54F010DF9C14}">
      <dgm:prSet/>
      <dgm:spPr/>
      <dgm:t>
        <a:bodyPr/>
        <a:lstStyle/>
        <a:p>
          <a:r>
            <a:rPr lang="es-ES" b="0" noProof="0" dirty="0">
              <a:effectLst/>
            </a:rPr>
            <a:t>Lista que contiene todas las películas que ningún usuario del grupo ha visto (no están en sus históricos)</a:t>
          </a:r>
        </a:p>
      </dgm:t>
    </dgm:pt>
    <dgm:pt modelId="{C2481ABE-E7BD-4BA5-A1AD-75D3258D31B4}" type="parTrans" cxnId="{3BC84B5F-EE57-41E3-8B7D-1787A6B02191}">
      <dgm:prSet/>
      <dgm:spPr/>
      <dgm:t>
        <a:bodyPr/>
        <a:lstStyle/>
        <a:p>
          <a:endParaRPr lang="es-ES"/>
        </a:p>
      </dgm:t>
    </dgm:pt>
    <dgm:pt modelId="{E2E81DE1-7EFF-43B1-B900-29B9B66AAEA9}" type="sibTrans" cxnId="{3BC84B5F-EE57-41E3-8B7D-1787A6B02191}">
      <dgm:prSet/>
      <dgm:spPr/>
      <dgm:t>
        <a:bodyPr/>
        <a:lstStyle/>
        <a:p>
          <a:endParaRPr lang="es-ES"/>
        </a:p>
      </dgm:t>
    </dgm:pt>
    <dgm:pt modelId="{710498AE-1950-47FD-A7C8-FCA174C5852D}">
      <dgm:prSet/>
      <dgm:spPr/>
      <dgm:t>
        <a:bodyPr/>
        <a:lstStyle/>
        <a:p>
          <a:r>
            <a:rPr lang="es-ES" b="0" noProof="0" dirty="0">
              <a:effectLst/>
            </a:rPr>
            <a:t>Lista que contiene todas las películas que el usuario no ha visto (no están en su histórico)</a:t>
          </a:r>
        </a:p>
      </dgm:t>
    </dgm:pt>
    <dgm:pt modelId="{995E7569-91DB-4FF1-9FC1-288D840EDC70}" type="parTrans" cxnId="{21A09634-2326-4116-A952-40562EA3CB71}">
      <dgm:prSet/>
      <dgm:spPr/>
      <dgm:t>
        <a:bodyPr/>
        <a:lstStyle/>
        <a:p>
          <a:endParaRPr lang="es-ES"/>
        </a:p>
      </dgm:t>
    </dgm:pt>
    <dgm:pt modelId="{F6B8E497-B851-4F55-BD29-084D3EE9F75C}" type="sibTrans" cxnId="{21A09634-2326-4116-A952-40562EA3CB71}">
      <dgm:prSet/>
      <dgm:spPr/>
      <dgm:t>
        <a:bodyPr/>
        <a:lstStyle/>
        <a:p>
          <a:endParaRPr lang="es-ES"/>
        </a:p>
      </dgm:t>
    </dgm:pt>
    <dgm:pt modelId="{79370C1C-CD90-43F2-B133-466B8B10A79F}">
      <dgm:prSet/>
      <dgm:spPr/>
      <dgm:t>
        <a:bodyPr/>
        <a:lstStyle/>
        <a:p>
          <a:r>
            <a:rPr lang="es-ES" b="0" noProof="0">
              <a:effectLst/>
            </a:rPr>
            <a:t>Lista </a:t>
          </a:r>
          <a:r>
            <a:rPr lang="es-ES" b="0" noProof="0" dirty="0">
              <a:effectLst/>
            </a:rPr>
            <a:t>de ítems recomendados para un grupo</a:t>
          </a:r>
        </a:p>
      </dgm:t>
    </dgm:pt>
    <dgm:pt modelId="{C089249E-9D9B-4B71-AFDA-57915B6C4233}" type="parTrans" cxnId="{C2EBED3B-A5CE-40CE-AD47-E61D0C1FC3B7}">
      <dgm:prSet/>
      <dgm:spPr/>
      <dgm:t>
        <a:bodyPr/>
        <a:lstStyle/>
        <a:p>
          <a:endParaRPr lang="es-ES"/>
        </a:p>
      </dgm:t>
    </dgm:pt>
    <dgm:pt modelId="{6C8B9748-F805-4EC9-AF09-3B1C9FB38D5E}" type="sibTrans" cxnId="{C2EBED3B-A5CE-40CE-AD47-E61D0C1FC3B7}">
      <dgm:prSet/>
      <dgm:spPr/>
      <dgm:t>
        <a:bodyPr/>
        <a:lstStyle/>
        <a:p>
          <a:endParaRPr lang="es-ES"/>
        </a:p>
      </dgm:t>
    </dgm:pt>
    <dgm:pt modelId="{9932AB5C-99EA-4E54-BE48-22CFABB673B9}" type="pres">
      <dgm:prSet presAssocID="{AFA075C2-A5B6-4089-944D-722FA774510E}" presName="Name0" presStyleCnt="0">
        <dgm:presLayoutVars>
          <dgm:dir/>
          <dgm:animLvl val="lvl"/>
          <dgm:resizeHandles val="exact"/>
        </dgm:presLayoutVars>
      </dgm:prSet>
      <dgm:spPr/>
    </dgm:pt>
    <dgm:pt modelId="{DB32DC11-31B4-4A2F-9BA2-47B4CECEBA2D}" type="pres">
      <dgm:prSet presAssocID="{26B6D630-928E-4F72-8EFE-EBC101595BFA}" presName="composite" presStyleCnt="0"/>
      <dgm:spPr/>
    </dgm:pt>
    <dgm:pt modelId="{4F389BA7-5A9C-4C6B-82E7-7F4CEC0EE516}" type="pres">
      <dgm:prSet presAssocID="{26B6D630-928E-4F72-8EFE-EBC101595BFA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271B0167-3EBA-44E3-982B-013EFEBABCC0}" type="pres">
      <dgm:prSet presAssocID="{26B6D630-928E-4F72-8EFE-EBC101595BFA}" presName="desTx" presStyleLbl="revTx" presStyleIdx="0" presStyleCnt="2">
        <dgm:presLayoutVars>
          <dgm:bulletEnabled val="1"/>
        </dgm:presLayoutVars>
      </dgm:prSet>
      <dgm:spPr/>
    </dgm:pt>
    <dgm:pt modelId="{42AB3A92-2C09-4D6A-BE7C-F07E48F8C4F9}" type="pres">
      <dgm:prSet presAssocID="{3403126E-90BC-4B37-97BC-335679F95F74}" presName="space" presStyleCnt="0"/>
      <dgm:spPr/>
    </dgm:pt>
    <dgm:pt modelId="{0C8CECB2-9E84-445D-960D-E42DF6F487A4}" type="pres">
      <dgm:prSet presAssocID="{79370C1C-CD90-43F2-B133-466B8B10A79F}" presName="composite" presStyleCnt="0"/>
      <dgm:spPr/>
    </dgm:pt>
    <dgm:pt modelId="{EA1C3493-A42E-47DB-823D-614B011EB680}" type="pres">
      <dgm:prSet presAssocID="{79370C1C-CD90-43F2-B133-466B8B10A79F}" presName="parTx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D4387364-5441-45BE-8403-1689003655AA}" type="pres">
      <dgm:prSet presAssocID="{79370C1C-CD90-43F2-B133-466B8B10A79F}" presName="desTx" presStyleLbl="revTx" presStyleIdx="1" presStyleCnt="2">
        <dgm:presLayoutVars>
          <dgm:bulletEnabled val="1"/>
        </dgm:presLayoutVars>
      </dgm:prSet>
      <dgm:spPr/>
    </dgm:pt>
  </dgm:ptLst>
  <dgm:cxnLst>
    <dgm:cxn modelId="{8219F22C-FA9A-4D8D-9006-A9E61E953EF5}" type="presOf" srcId="{AFA075C2-A5B6-4089-944D-722FA774510E}" destId="{9932AB5C-99EA-4E54-BE48-22CFABB673B9}" srcOrd="0" destOrd="0" presId="urn:microsoft.com/office/officeart/2005/8/layout/chevron1"/>
    <dgm:cxn modelId="{21A09634-2326-4116-A952-40562EA3CB71}" srcId="{26B6D630-928E-4F72-8EFE-EBC101595BFA}" destId="{710498AE-1950-47FD-A7C8-FCA174C5852D}" srcOrd="0" destOrd="0" parTransId="{995E7569-91DB-4FF1-9FC1-288D840EDC70}" sibTransId="{F6B8E497-B851-4F55-BD29-084D3EE9F75C}"/>
    <dgm:cxn modelId="{C2EBED3B-A5CE-40CE-AD47-E61D0C1FC3B7}" srcId="{AFA075C2-A5B6-4089-944D-722FA774510E}" destId="{79370C1C-CD90-43F2-B133-466B8B10A79F}" srcOrd="1" destOrd="0" parTransId="{C089249E-9D9B-4B71-AFDA-57915B6C4233}" sibTransId="{6C8B9748-F805-4EC9-AF09-3B1C9FB38D5E}"/>
    <dgm:cxn modelId="{3BC84B5F-EE57-41E3-8B7D-1787A6B02191}" srcId="{79370C1C-CD90-43F2-B133-466B8B10A79F}" destId="{91BD9013-C298-49C1-84AE-54F010DF9C14}" srcOrd="0" destOrd="0" parTransId="{C2481ABE-E7BD-4BA5-A1AD-75D3258D31B4}" sibTransId="{E2E81DE1-7EFF-43B1-B900-29B9B66AAEA9}"/>
    <dgm:cxn modelId="{D4C61A6B-D45B-4F2C-AD9B-6AC004DA25BD}" type="presOf" srcId="{79370C1C-CD90-43F2-B133-466B8B10A79F}" destId="{EA1C3493-A42E-47DB-823D-614B011EB680}" srcOrd="0" destOrd="0" presId="urn:microsoft.com/office/officeart/2005/8/layout/chevron1"/>
    <dgm:cxn modelId="{FCE52376-2A56-496C-99BB-075F4D2E213B}" type="presOf" srcId="{710498AE-1950-47FD-A7C8-FCA174C5852D}" destId="{271B0167-3EBA-44E3-982B-013EFEBABCC0}" srcOrd="0" destOrd="0" presId="urn:microsoft.com/office/officeart/2005/8/layout/chevron1"/>
    <dgm:cxn modelId="{8B3B5093-E401-41D9-BF07-04A7731D1A55}" type="presOf" srcId="{26B6D630-928E-4F72-8EFE-EBC101595BFA}" destId="{4F389BA7-5A9C-4C6B-82E7-7F4CEC0EE516}" srcOrd="0" destOrd="0" presId="urn:microsoft.com/office/officeart/2005/8/layout/chevron1"/>
    <dgm:cxn modelId="{9F7F579A-48A0-40CB-939F-BFF1AF3C6704}" srcId="{AFA075C2-A5B6-4089-944D-722FA774510E}" destId="{26B6D630-928E-4F72-8EFE-EBC101595BFA}" srcOrd="0" destOrd="0" parTransId="{D939733D-2261-4C75-ADE2-9CFFC24FA127}" sibTransId="{3403126E-90BC-4B37-97BC-335679F95F74}"/>
    <dgm:cxn modelId="{0EC9EFE3-5BDE-4B2B-9853-633621495FE2}" type="presOf" srcId="{91BD9013-C298-49C1-84AE-54F010DF9C14}" destId="{D4387364-5441-45BE-8403-1689003655AA}" srcOrd="0" destOrd="0" presId="urn:microsoft.com/office/officeart/2005/8/layout/chevron1"/>
    <dgm:cxn modelId="{2FED25A2-D580-47B8-A505-E919431B1533}" type="presParOf" srcId="{9932AB5C-99EA-4E54-BE48-22CFABB673B9}" destId="{DB32DC11-31B4-4A2F-9BA2-47B4CECEBA2D}" srcOrd="0" destOrd="0" presId="urn:microsoft.com/office/officeart/2005/8/layout/chevron1"/>
    <dgm:cxn modelId="{F11C5810-A8A0-457C-B784-C54513CEE53F}" type="presParOf" srcId="{DB32DC11-31B4-4A2F-9BA2-47B4CECEBA2D}" destId="{4F389BA7-5A9C-4C6B-82E7-7F4CEC0EE516}" srcOrd="0" destOrd="0" presId="urn:microsoft.com/office/officeart/2005/8/layout/chevron1"/>
    <dgm:cxn modelId="{5A83D1B4-D946-4181-98E0-AC24CD122FC3}" type="presParOf" srcId="{DB32DC11-31B4-4A2F-9BA2-47B4CECEBA2D}" destId="{271B0167-3EBA-44E3-982B-013EFEBABCC0}" srcOrd="1" destOrd="0" presId="urn:microsoft.com/office/officeart/2005/8/layout/chevron1"/>
    <dgm:cxn modelId="{CF43A1AC-16E1-4938-8314-ADAD230E1A77}" type="presParOf" srcId="{9932AB5C-99EA-4E54-BE48-22CFABB673B9}" destId="{42AB3A92-2C09-4D6A-BE7C-F07E48F8C4F9}" srcOrd="1" destOrd="0" presId="urn:microsoft.com/office/officeart/2005/8/layout/chevron1"/>
    <dgm:cxn modelId="{E0737079-11FC-4824-94F1-3A4BBA266ECF}" type="presParOf" srcId="{9932AB5C-99EA-4E54-BE48-22CFABB673B9}" destId="{0C8CECB2-9E84-445D-960D-E42DF6F487A4}" srcOrd="2" destOrd="0" presId="urn:microsoft.com/office/officeart/2005/8/layout/chevron1"/>
    <dgm:cxn modelId="{E465F57A-F818-4207-8E0F-007F147AFDEF}" type="presParOf" srcId="{0C8CECB2-9E84-445D-960D-E42DF6F487A4}" destId="{EA1C3493-A42E-47DB-823D-614B011EB680}" srcOrd="0" destOrd="0" presId="urn:microsoft.com/office/officeart/2005/8/layout/chevron1"/>
    <dgm:cxn modelId="{1694DBA7-3916-489E-B3E2-0FF131240BCA}" type="presParOf" srcId="{0C8CECB2-9E84-445D-960D-E42DF6F487A4}" destId="{D4387364-5441-45BE-8403-1689003655AA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5/8/layout/vList2" loCatId="list" qsTypeId="urn:microsoft.com/office/officeart/2005/8/quickstyle/simple4" qsCatId="simple" csTypeId="urn:microsoft.com/office/officeart/2005/8/colors/accent3_3" csCatId="accent3" phldr="1"/>
      <dgm:spPr/>
      <dgm:t>
        <a:bodyPr/>
        <a:lstStyle/>
        <a:p>
          <a:endParaRPr lang="es-ES"/>
        </a:p>
      </dgm:t>
    </dgm:pt>
    <dgm:pt modelId="{26B6D630-928E-4F72-8EFE-EBC101595BFA}">
      <dgm:prSet/>
      <dgm:spPr/>
      <dgm:t>
        <a:bodyPr/>
        <a:lstStyle/>
        <a:p>
          <a:r>
            <a:rPr lang="es-ES" b="0" noProof="0" dirty="0">
              <a:effectLst/>
            </a:rPr>
            <a:t>Lista de ítems recomendados</a:t>
          </a:r>
        </a:p>
      </dgm:t>
    </dgm:pt>
    <dgm:pt modelId="{D939733D-2261-4C75-ADE2-9CFFC24FA127}" type="parTrans" cxnId="{9F7F579A-48A0-40CB-939F-BFF1AF3C6704}">
      <dgm:prSet/>
      <dgm:spPr/>
      <dgm:t>
        <a:bodyPr/>
        <a:lstStyle/>
        <a:p>
          <a:endParaRPr lang="es-ES"/>
        </a:p>
      </dgm:t>
    </dgm:pt>
    <dgm:pt modelId="{3403126E-90BC-4B37-97BC-335679F95F74}" type="sibTrans" cxnId="{9F7F579A-48A0-40CB-939F-BFF1AF3C6704}">
      <dgm:prSet/>
      <dgm:spPr/>
      <dgm:t>
        <a:bodyPr/>
        <a:lstStyle/>
        <a:p>
          <a:endParaRPr lang="es-ES"/>
        </a:p>
      </dgm:t>
    </dgm:pt>
    <dgm:pt modelId="{E0F5A6DF-B1CC-4C0C-9370-10D12BBF2F2D}">
      <dgm:prSet/>
      <dgm:spPr/>
      <dgm:t>
        <a:bodyPr/>
        <a:lstStyle/>
        <a:p>
          <a:r>
            <a:rPr lang="es-ES" b="0" noProof="0" dirty="0">
              <a:effectLst/>
            </a:rPr>
            <a:t>Identificador</a:t>
          </a:r>
        </a:p>
      </dgm:t>
    </dgm:pt>
    <dgm:pt modelId="{5D425B0E-117B-49D6-8390-3402C20BA647}" type="parTrans" cxnId="{09F77063-451E-4BB0-A987-9A8CE419EE59}">
      <dgm:prSet/>
      <dgm:spPr/>
      <dgm:t>
        <a:bodyPr/>
        <a:lstStyle/>
        <a:p>
          <a:endParaRPr lang="es-ES"/>
        </a:p>
      </dgm:t>
    </dgm:pt>
    <dgm:pt modelId="{22F39F11-C5D9-4FC3-855A-B5F6B228AFA3}" type="sibTrans" cxnId="{09F77063-451E-4BB0-A987-9A8CE419EE59}">
      <dgm:prSet/>
      <dgm:spPr/>
      <dgm:t>
        <a:bodyPr/>
        <a:lstStyle/>
        <a:p>
          <a:endParaRPr lang="es-ES"/>
        </a:p>
      </dgm:t>
    </dgm:pt>
    <dgm:pt modelId="{EC2380B8-997D-4815-8407-C74CD7C4EEF3}">
      <dgm:prSet/>
      <dgm:spPr/>
      <dgm:t>
        <a:bodyPr/>
        <a:lstStyle/>
        <a:p>
          <a:r>
            <a:rPr lang="es-ES" b="0" noProof="0" dirty="0">
              <a:effectLst/>
            </a:rPr>
            <a:t>Ratio de interés del usuario en la película (calculado por la recomendación)</a:t>
          </a:r>
        </a:p>
      </dgm:t>
    </dgm:pt>
    <dgm:pt modelId="{B2206678-FF56-41BF-A1A4-805D3408AB34}" type="parTrans" cxnId="{AAEF4E75-AEE4-4FD2-B442-5594BAD9DEC9}">
      <dgm:prSet/>
      <dgm:spPr/>
      <dgm:t>
        <a:bodyPr/>
        <a:lstStyle/>
        <a:p>
          <a:endParaRPr lang="es-ES"/>
        </a:p>
      </dgm:t>
    </dgm:pt>
    <dgm:pt modelId="{89AE0042-8FC7-4DE9-B70F-F162049409E2}" type="sibTrans" cxnId="{AAEF4E75-AEE4-4FD2-B442-5594BAD9DEC9}">
      <dgm:prSet/>
      <dgm:spPr/>
      <dgm:t>
        <a:bodyPr/>
        <a:lstStyle/>
        <a:p>
          <a:endParaRPr lang="es-ES"/>
        </a:p>
      </dgm:t>
    </dgm:pt>
    <dgm:pt modelId="{91BD9013-C298-49C1-84AE-54F010DF9C14}">
      <dgm:prSet/>
      <dgm:spPr/>
      <dgm:t>
        <a:bodyPr/>
        <a:lstStyle/>
        <a:p>
          <a:r>
            <a:rPr lang="es-ES" b="0" noProof="0" dirty="0">
              <a:effectLst/>
            </a:rPr>
            <a:t>Para cada película debe aparecer:</a:t>
          </a:r>
        </a:p>
      </dgm:t>
    </dgm:pt>
    <dgm:pt modelId="{C2481ABE-E7BD-4BA5-A1AD-75D3258D31B4}" type="parTrans" cxnId="{3BC84B5F-EE57-41E3-8B7D-1787A6B02191}">
      <dgm:prSet/>
      <dgm:spPr/>
      <dgm:t>
        <a:bodyPr/>
        <a:lstStyle/>
        <a:p>
          <a:endParaRPr lang="es-ES"/>
        </a:p>
      </dgm:t>
    </dgm:pt>
    <dgm:pt modelId="{E2E81DE1-7EFF-43B1-B900-29B9B66AAEA9}" type="sibTrans" cxnId="{3BC84B5F-EE57-41E3-8B7D-1787A6B02191}">
      <dgm:prSet/>
      <dgm:spPr/>
      <dgm:t>
        <a:bodyPr/>
        <a:lstStyle/>
        <a:p>
          <a:endParaRPr lang="es-ES"/>
        </a:p>
      </dgm:t>
    </dgm:pt>
    <dgm:pt modelId="{B17D1C1C-6E35-4F33-9FFF-B18D2080E018}">
      <dgm:prSet/>
      <dgm:spPr/>
      <dgm:t>
        <a:bodyPr/>
        <a:lstStyle/>
        <a:p>
          <a:r>
            <a:rPr lang="es-ES" b="0" noProof="0" dirty="0">
              <a:effectLst/>
            </a:rPr>
            <a:t>La lista debe estar ordenada por ratio de interés (de mayor a menor)</a:t>
          </a:r>
        </a:p>
      </dgm:t>
    </dgm:pt>
    <dgm:pt modelId="{73B8AEAB-1162-4252-9BDC-BEB1AA6D50AF}" type="parTrans" cxnId="{7DF404C7-8ECE-4A1A-BAED-687E93619DFB}">
      <dgm:prSet/>
      <dgm:spPr/>
      <dgm:t>
        <a:bodyPr/>
        <a:lstStyle/>
        <a:p>
          <a:endParaRPr lang="es-ES"/>
        </a:p>
      </dgm:t>
    </dgm:pt>
    <dgm:pt modelId="{231875EF-50B5-4F78-99E8-458BB6561A64}" type="sibTrans" cxnId="{7DF404C7-8ECE-4A1A-BAED-687E93619DFB}">
      <dgm:prSet/>
      <dgm:spPr/>
      <dgm:t>
        <a:bodyPr/>
        <a:lstStyle/>
        <a:p>
          <a:endParaRPr lang="es-ES"/>
        </a:p>
      </dgm:t>
    </dgm:pt>
    <dgm:pt modelId="{1BB828F0-424E-4A54-AC45-6335F54B1265}">
      <dgm:prSet/>
      <dgm:spPr/>
      <dgm:t>
        <a:bodyPr/>
        <a:lstStyle/>
        <a:p>
          <a:r>
            <a:rPr lang="es-ES" b="0" noProof="0" dirty="0">
              <a:effectLst/>
            </a:rPr>
            <a:t>La interfaz de la aplicación mostrará por pantalla los N primeros elementos de la lista (el valor de N lo decidís vosotros)</a:t>
          </a:r>
        </a:p>
      </dgm:t>
    </dgm:pt>
    <dgm:pt modelId="{BF265246-B690-40D4-B070-7D2C00D029FC}" type="parTrans" cxnId="{08E83230-11F5-48DE-A999-D5019736C974}">
      <dgm:prSet/>
      <dgm:spPr/>
      <dgm:t>
        <a:bodyPr/>
        <a:lstStyle/>
        <a:p>
          <a:endParaRPr lang="es-ES"/>
        </a:p>
      </dgm:t>
    </dgm:pt>
    <dgm:pt modelId="{6DD9EDB7-5AF6-4BA1-A831-E6708EAC41FC}" type="sibTrans" cxnId="{08E83230-11F5-48DE-A999-D5019736C974}">
      <dgm:prSet/>
      <dgm:spPr/>
      <dgm:t>
        <a:bodyPr/>
        <a:lstStyle/>
        <a:p>
          <a:endParaRPr lang="es-ES"/>
        </a:p>
      </dgm:t>
    </dgm:pt>
    <dgm:pt modelId="{75C560A1-F7E3-4E1F-9326-B83A8BDD8633}" type="pres">
      <dgm:prSet presAssocID="{AFA075C2-A5B6-4089-944D-722FA774510E}" presName="linear" presStyleCnt="0">
        <dgm:presLayoutVars>
          <dgm:animLvl val="lvl"/>
          <dgm:resizeHandles val="exact"/>
        </dgm:presLayoutVars>
      </dgm:prSet>
      <dgm:spPr/>
    </dgm:pt>
    <dgm:pt modelId="{0713DBC9-3AD8-4A81-B322-73B06100D06B}" type="pres">
      <dgm:prSet presAssocID="{26B6D630-928E-4F72-8EFE-EBC101595B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AEA8917-3277-4DAE-B7B3-EFC07A055433}" type="pres">
      <dgm:prSet presAssocID="{26B6D630-928E-4F72-8EFE-EBC101595B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9CBF317-EFF0-4412-8974-2E494B1F10BD}" type="presOf" srcId="{91BD9013-C298-49C1-84AE-54F010DF9C14}" destId="{5AEA8917-3277-4DAE-B7B3-EFC07A055433}" srcOrd="0" destOrd="0" presId="urn:microsoft.com/office/officeart/2005/8/layout/vList2"/>
    <dgm:cxn modelId="{08E83230-11F5-48DE-A999-D5019736C974}" srcId="{26B6D630-928E-4F72-8EFE-EBC101595BFA}" destId="{1BB828F0-424E-4A54-AC45-6335F54B1265}" srcOrd="2" destOrd="0" parTransId="{BF265246-B690-40D4-B070-7D2C00D029FC}" sibTransId="{6DD9EDB7-5AF6-4BA1-A831-E6708EAC41FC}"/>
    <dgm:cxn modelId="{3BC84B5F-EE57-41E3-8B7D-1787A6B02191}" srcId="{26B6D630-928E-4F72-8EFE-EBC101595BFA}" destId="{91BD9013-C298-49C1-84AE-54F010DF9C14}" srcOrd="0" destOrd="0" parTransId="{C2481ABE-E7BD-4BA5-A1AD-75D3258D31B4}" sibTransId="{E2E81DE1-7EFF-43B1-B900-29B9B66AAEA9}"/>
    <dgm:cxn modelId="{09F77063-451E-4BB0-A987-9A8CE419EE59}" srcId="{91BD9013-C298-49C1-84AE-54F010DF9C14}" destId="{E0F5A6DF-B1CC-4C0C-9370-10D12BBF2F2D}" srcOrd="0" destOrd="0" parTransId="{5D425B0E-117B-49D6-8390-3402C20BA647}" sibTransId="{22F39F11-C5D9-4FC3-855A-B5F6B228AFA3}"/>
    <dgm:cxn modelId="{C755E749-9DC8-468E-9163-B82797986B7D}" type="presOf" srcId="{B17D1C1C-6E35-4F33-9FFF-B18D2080E018}" destId="{5AEA8917-3277-4DAE-B7B3-EFC07A055433}" srcOrd="0" destOrd="3" presId="urn:microsoft.com/office/officeart/2005/8/layout/vList2"/>
    <dgm:cxn modelId="{AAEF4E75-AEE4-4FD2-B442-5594BAD9DEC9}" srcId="{91BD9013-C298-49C1-84AE-54F010DF9C14}" destId="{EC2380B8-997D-4815-8407-C74CD7C4EEF3}" srcOrd="1" destOrd="0" parTransId="{B2206678-FF56-41BF-A1A4-805D3408AB34}" sibTransId="{89AE0042-8FC7-4DE9-B70F-F162049409E2}"/>
    <dgm:cxn modelId="{9F7F579A-48A0-40CB-939F-BFF1AF3C6704}" srcId="{AFA075C2-A5B6-4089-944D-722FA774510E}" destId="{26B6D630-928E-4F72-8EFE-EBC101595BFA}" srcOrd="0" destOrd="0" parTransId="{D939733D-2261-4C75-ADE2-9CFFC24FA127}" sibTransId="{3403126E-90BC-4B37-97BC-335679F95F74}"/>
    <dgm:cxn modelId="{DB4E5C9B-9CDC-4CAB-8B99-1102BEF2109E}" type="presOf" srcId="{AFA075C2-A5B6-4089-944D-722FA774510E}" destId="{75C560A1-F7E3-4E1F-9326-B83A8BDD8633}" srcOrd="0" destOrd="0" presId="urn:microsoft.com/office/officeart/2005/8/layout/vList2"/>
    <dgm:cxn modelId="{E08B30B0-5DB3-43F2-8A51-A88AE1196F5A}" type="presOf" srcId="{E0F5A6DF-B1CC-4C0C-9370-10D12BBF2F2D}" destId="{5AEA8917-3277-4DAE-B7B3-EFC07A055433}" srcOrd="0" destOrd="1" presId="urn:microsoft.com/office/officeart/2005/8/layout/vList2"/>
    <dgm:cxn modelId="{7DF404C7-8ECE-4A1A-BAED-687E93619DFB}" srcId="{26B6D630-928E-4F72-8EFE-EBC101595BFA}" destId="{B17D1C1C-6E35-4F33-9FFF-B18D2080E018}" srcOrd="1" destOrd="0" parTransId="{73B8AEAB-1162-4252-9BDC-BEB1AA6D50AF}" sibTransId="{231875EF-50B5-4F78-99E8-458BB6561A64}"/>
    <dgm:cxn modelId="{30DDFEC7-4B95-4CC0-BCF2-719F2CF2405A}" type="presOf" srcId="{26B6D630-928E-4F72-8EFE-EBC101595BFA}" destId="{0713DBC9-3AD8-4A81-B322-73B06100D06B}" srcOrd="0" destOrd="0" presId="urn:microsoft.com/office/officeart/2005/8/layout/vList2"/>
    <dgm:cxn modelId="{52E35FCC-0ECA-426B-A689-4D59C9525B3F}" type="presOf" srcId="{EC2380B8-997D-4815-8407-C74CD7C4EEF3}" destId="{5AEA8917-3277-4DAE-B7B3-EFC07A055433}" srcOrd="0" destOrd="2" presId="urn:microsoft.com/office/officeart/2005/8/layout/vList2"/>
    <dgm:cxn modelId="{126F74F3-E979-4411-ABA2-BDAFFFB015C8}" type="presOf" srcId="{1BB828F0-424E-4A54-AC45-6335F54B1265}" destId="{5AEA8917-3277-4DAE-B7B3-EFC07A055433}" srcOrd="0" destOrd="4" presId="urn:microsoft.com/office/officeart/2005/8/layout/vList2"/>
    <dgm:cxn modelId="{1397F9A6-EFEF-4D5B-87B2-83A70FAB79DE}" type="presParOf" srcId="{75C560A1-F7E3-4E1F-9326-B83A8BDD8633}" destId="{0713DBC9-3AD8-4A81-B322-73B06100D06B}" srcOrd="0" destOrd="0" presId="urn:microsoft.com/office/officeart/2005/8/layout/vList2"/>
    <dgm:cxn modelId="{69B102A2-AF10-4027-BB74-7F3D81C9C69B}" type="presParOf" srcId="{75C560A1-F7E3-4E1F-9326-B83A8BDD8633}" destId="{5AEA8917-3277-4DAE-B7B3-EFC07A05543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58D3ABF8-4B51-4017-BAC3-30C2DA048E5B}">
      <dgm:prSet/>
      <dgm:spPr/>
      <dgm:t>
        <a:bodyPr/>
        <a:lstStyle/>
        <a:p>
          <a:r>
            <a:rPr lang="es-ES" b="0" noProof="0" dirty="0">
              <a:effectLst/>
            </a:rPr>
            <a:t>Al haber eliminado películas del fichero películas.csv, el resto de ficheros pueden hacer referencia a películas que no existen</a:t>
          </a:r>
        </a:p>
      </dgm:t>
    </dgm:pt>
    <dgm:pt modelId="{A47A2F49-358E-4D19-831E-9D235D270CE5}" type="parTrans" cxnId="{C9D3F45E-860F-469E-9CD6-04AE59DF2773}">
      <dgm:prSet/>
      <dgm:spPr/>
      <dgm:t>
        <a:bodyPr/>
        <a:lstStyle/>
        <a:p>
          <a:endParaRPr lang="es-ES"/>
        </a:p>
      </dgm:t>
    </dgm:pt>
    <dgm:pt modelId="{3507388C-5125-4B49-A10F-544FF06125B6}" type="sibTrans" cxnId="{C9D3F45E-860F-469E-9CD6-04AE59DF2773}">
      <dgm:prSet/>
      <dgm:spPr/>
      <dgm:t>
        <a:bodyPr/>
        <a:lstStyle/>
        <a:p>
          <a:endParaRPr lang="es-ES"/>
        </a:p>
      </dgm:t>
    </dgm:pt>
    <dgm:pt modelId="{00AD134B-275B-4127-8FBD-FF2F5A18844D}">
      <dgm:prSet/>
      <dgm:spPr/>
      <dgm:t>
        <a:bodyPr/>
        <a:lstStyle/>
        <a:p>
          <a:r>
            <a:rPr lang="es-ES" b="0" noProof="0" dirty="0">
              <a:effectLst/>
            </a:rPr>
            <a:t>Cuando los datos se hayan introducido en la aplicación, no pueden haber datos inconsistentes</a:t>
          </a:r>
        </a:p>
      </dgm:t>
    </dgm:pt>
    <dgm:pt modelId="{38DC0F2B-7803-45A9-834A-EEAB767E065F}" type="parTrans" cxnId="{CA226A1A-2386-40FA-BFDB-5662721B88D7}">
      <dgm:prSet/>
      <dgm:spPr/>
      <dgm:t>
        <a:bodyPr/>
        <a:lstStyle/>
        <a:p>
          <a:endParaRPr lang="es-ES"/>
        </a:p>
      </dgm:t>
    </dgm:pt>
    <dgm:pt modelId="{786EA9A2-DE00-4B4D-B9CB-10E974464B64}" type="sibTrans" cxnId="{CA226A1A-2386-40FA-BFDB-5662721B88D7}">
      <dgm:prSet/>
      <dgm:spPr/>
      <dgm:t>
        <a:bodyPr/>
        <a:lstStyle/>
        <a:p>
          <a:endParaRPr lang="es-ES"/>
        </a:p>
      </dgm:t>
    </dgm:pt>
    <dgm:pt modelId="{46025EF2-C12A-4985-9BA1-F2336E577BD6}" type="pres">
      <dgm:prSet presAssocID="{AFA075C2-A5B6-4089-944D-722FA774510E}" presName="vert0" presStyleCnt="0">
        <dgm:presLayoutVars>
          <dgm:dir/>
          <dgm:animOne val="branch"/>
          <dgm:animLvl val="lvl"/>
        </dgm:presLayoutVars>
      </dgm:prSet>
      <dgm:spPr/>
    </dgm:pt>
    <dgm:pt modelId="{B654ACAF-1478-42D7-A070-D95ED3C1A32E}" type="pres">
      <dgm:prSet presAssocID="{58D3ABF8-4B51-4017-BAC3-30C2DA048E5B}" presName="thickLine" presStyleLbl="alignNode1" presStyleIdx="0" presStyleCnt="2"/>
      <dgm:spPr/>
    </dgm:pt>
    <dgm:pt modelId="{FC98A4CD-A180-436D-A2D6-8A12FCDA89FC}" type="pres">
      <dgm:prSet presAssocID="{58D3ABF8-4B51-4017-BAC3-30C2DA048E5B}" presName="horz1" presStyleCnt="0"/>
      <dgm:spPr/>
    </dgm:pt>
    <dgm:pt modelId="{FAF6DB49-965B-436F-A18A-1F40E2ED2CB4}" type="pres">
      <dgm:prSet presAssocID="{58D3ABF8-4B51-4017-BAC3-30C2DA048E5B}" presName="tx1" presStyleLbl="revTx" presStyleIdx="0" presStyleCnt="2"/>
      <dgm:spPr/>
    </dgm:pt>
    <dgm:pt modelId="{EFB3D345-F6D4-4553-91ED-27028D6F5620}" type="pres">
      <dgm:prSet presAssocID="{58D3ABF8-4B51-4017-BAC3-30C2DA048E5B}" presName="vert1" presStyleCnt="0"/>
      <dgm:spPr/>
    </dgm:pt>
    <dgm:pt modelId="{2511DBDD-D019-4D02-B99D-7E20A2C0B511}" type="pres">
      <dgm:prSet presAssocID="{00AD134B-275B-4127-8FBD-FF2F5A18844D}" presName="thickLine" presStyleLbl="alignNode1" presStyleIdx="1" presStyleCnt="2"/>
      <dgm:spPr/>
    </dgm:pt>
    <dgm:pt modelId="{E85FFD27-2AFB-4262-A7F6-48F33ECB5922}" type="pres">
      <dgm:prSet presAssocID="{00AD134B-275B-4127-8FBD-FF2F5A18844D}" presName="horz1" presStyleCnt="0"/>
      <dgm:spPr/>
    </dgm:pt>
    <dgm:pt modelId="{16AB9F44-EA94-4170-B944-10E05F30A035}" type="pres">
      <dgm:prSet presAssocID="{00AD134B-275B-4127-8FBD-FF2F5A18844D}" presName="tx1" presStyleLbl="revTx" presStyleIdx="1" presStyleCnt="2"/>
      <dgm:spPr/>
    </dgm:pt>
    <dgm:pt modelId="{5696020A-60AD-4037-AE8B-0FC8C7A71729}" type="pres">
      <dgm:prSet presAssocID="{00AD134B-275B-4127-8FBD-FF2F5A18844D}" presName="vert1" presStyleCnt="0"/>
      <dgm:spPr/>
    </dgm:pt>
  </dgm:ptLst>
  <dgm:cxnLst>
    <dgm:cxn modelId="{CA226A1A-2386-40FA-BFDB-5662721B88D7}" srcId="{AFA075C2-A5B6-4089-944D-722FA774510E}" destId="{00AD134B-275B-4127-8FBD-FF2F5A18844D}" srcOrd="1" destOrd="0" parTransId="{38DC0F2B-7803-45A9-834A-EEAB767E065F}" sibTransId="{786EA9A2-DE00-4B4D-B9CB-10E974464B64}"/>
    <dgm:cxn modelId="{FF53DB2C-35CA-4BE0-8BDE-996CDD54B334}" type="presOf" srcId="{58D3ABF8-4B51-4017-BAC3-30C2DA048E5B}" destId="{FAF6DB49-965B-436F-A18A-1F40E2ED2CB4}" srcOrd="0" destOrd="0" presId="urn:microsoft.com/office/officeart/2008/layout/LinedList"/>
    <dgm:cxn modelId="{8C05082F-44A5-4503-8C15-0970566DB530}" type="presOf" srcId="{00AD134B-275B-4127-8FBD-FF2F5A18844D}" destId="{16AB9F44-EA94-4170-B944-10E05F30A035}" srcOrd="0" destOrd="0" presId="urn:microsoft.com/office/officeart/2008/layout/LinedList"/>
    <dgm:cxn modelId="{C9D3F45E-860F-469E-9CD6-04AE59DF2773}" srcId="{AFA075C2-A5B6-4089-944D-722FA774510E}" destId="{58D3ABF8-4B51-4017-BAC3-30C2DA048E5B}" srcOrd="0" destOrd="0" parTransId="{A47A2F49-358E-4D19-831E-9D235D270CE5}" sibTransId="{3507388C-5125-4B49-A10F-544FF06125B6}"/>
    <dgm:cxn modelId="{E9C3B9A8-AAAB-4573-82D9-C18377688AF8}" type="presOf" srcId="{AFA075C2-A5B6-4089-944D-722FA774510E}" destId="{46025EF2-C12A-4985-9BA1-F2336E577BD6}" srcOrd="0" destOrd="0" presId="urn:microsoft.com/office/officeart/2008/layout/LinedList"/>
    <dgm:cxn modelId="{77DAC9FE-2CC0-413C-BBD1-41B007CA387F}" type="presParOf" srcId="{46025EF2-C12A-4985-9BA1-F2336E577BD6}" destId="{B654ACAF-1478-42D7-A070-D95ED3C1A32E}" srcOrd="0" destOrd="0" presId="urn:microsoft.com/office/officeart/2008/layout/LinedList"/>
    <dgm:cxn modelId="{EFA42736-87F6-41E8-98DB-F00220ACF4E1}" type="presParOf" srcId="{46025EF2-C12A-4985-9BA1-F2336E577BD6}" destId="{FC98A4CD-A180-436D-A2D6-8A12FCDA89FC}" srcOrd="1" destOrd="0" presId="urn:microsoft.com/office/officeart/2008/layout/LinedList"/>
    <dgm:cxn modelId="{D0520F69-3DFE-46AC-9EAF-C48CF8FB79F9}" type="presParOf" srcId="{FC98A4CD-A180-436D-A2D6-8A12FCDA89FC}" destId="{FAF6DB49-965B-436F-A18A-1F40E2ED2CB4}" srcOrd="0" destOrd="0" presId="urn:microsoft.com/office/officeart/2008/layout/LinedList"/>
    <dgm:cxn modelId="{4BFAA6C1-0073-4E3B-A836-977DA40E5704}" type="presParOf" srcId="{FC98A4CD-A180-436D-A2D6-8A12FCDA89FC}" destId="{EFB3D345-F6D4-4553-91ED-27028D6F5620}" srcOrd="1" destOrd="0" presId="urn:microsoft.com/office/officeart/2008/layout/LinedList"/>
    <dgm:cxn modelId="{F73AA6C0-DEEE-4CE8-BEFE-B2A6DAF3783C}" type="presParOf" srcId="{46025EF2-C12A-4985-9BA1-F2336E577BD6}" destId="{2511DBDD-D019-4D02-B99D-7E20A2C0B511}" srcOrd="2" destOrd="0" presId="urn:microsoft.com/office/officeart/2008/layout/LinedList"/>
    <dgm:cxn modelId="{681C05C9-4DD1-4624-A77D-47629930AF59}" type="presParOf" srcId="{46025EF2-C12A-4985-9BA1-F2336E577BD6}" destId="{E85FFD27-2AFB-4262-A7F6-48F33ECB5922}" srcOrd="3" destOrd="0" presId="urn:microsoft.com/office/officeart/2008/layout/LinedList"/>
    <dgm:cxn modelId="{7ECDCE53-E187-4D2C-88D8-80C09DBE09E2}" type="presParOf" srcId="{E85FFD27-2AFB-4262-A7F6-48F33ECB5922}" destId="{16AB9F44-EA94-4170-B944-10E05F30A035}" srcOrd="0" destOrd="0" presId="urn:microsoft.com/office/officeart/2008/layout/LinedList"/>
    <dgm:cxn modelId="{6E798CB7-6C3C-4CE8-9A4F-6D716141293B}" type="presParOf" srcId="{E85FFD27-2AFB-4262-A7F6-48F33ECB5922}" destId="{5696020A-60AD-4037-AE8B-0FC8C7A717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FA075C2-A5B6-4089-944D-722FA774510E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s-ES"/>
        </a:p>
      </dgm:t>
    </dgm:pt>
    <dgm:pt modelId="{26B6D630-928E-4F72-8EFE-EBC101595BFA}">
      <dgm:prSet/>
      <dgm:spPr/>
      <dgm:t>
        <a:bodyPr/>
        <a:lstStyle/>
        <a:p>
          <a:r>
            <a:rPr lang="es-ES" b="0" noProof="0" dirty="0">
              <a:effectLst/>
            </a:rPr>
            <a:t>Crear y rellenar los perfiles de usuario</a:t>
          </a:r>
        </a:p>
      </dgm:t>
    </dgm:pt>
    <dgm:pt modelId="{D939733D-2261-4C75-ADE2-9CFFC24FA127}" type="parTrans" cxnId="{9F7F579A-48A0-40CB-939F-BFF1AF3C6704}">
      <dgm:prSet/>
      <dgm:spPr/>
      <dgm:t>
        <a:bodyPr/>
        <a:lstStyle/>
        <a:p>
          <a:endParaRPr lang="es-ES"/>
        </a:p>
      </dgm:t>
    </dgm:pt>
    <dgm:pt modelId="{3403126E-90BC-4B37-97BC-335679F95F74}" type="sibTrans" cxnId="{9F7F579A-48A0-40CB-939F-BFF1AF3C6704}">
      <dgm:prSet/>
      <dgm:spPr/>
      <dgm:t>
        <a:bodyPr/>
        <a:lstStyle/>
        <a:p>
          <a:endParaRPr lang="es-ES"/>
        </a:p>
      </dgm:t>
    </dgm:pt>
    <dgm:pt modelId="{8BBF7F09-C689-41FA-90D7-394141C4995B}">
      <dgm:prSet/>
      <dgm:spPr/>
      <dgm:t>
        <a:bodyPr/>
        <a:lstStyle/>
        <a:p>
          <a:r>
            <a:rPr lang="es-ES" b="0" noProof="0" dirty="0">
              <a:effectLst/>
            </a:rPr>
            <a:t>Almacenar los datos de las películas</a:t>
          </a:r>
        </a:p>
      </dgm:t>
    </dgm:pt>
    <dgm:pt modelId="{A938D979-6A00-4574-B7EC-B6827311B8B9}" type="parTrans" cxnId="{B949869D-B25B-4F43-B3AF-12466899BBBA}">
      <dgm:prSet/>
      <dgm:spPr/>
    </dgm:pt>
    <dgm:pt modelId="{F7F2B60A-BDBD-4D12-BCB2-18950F3BD07D}" type="sibTrans" cxnId="{B949869D-B25B-4F43-B3AF-12466899BBBA}">
      <dgm:prSet/>
      <dgm:spPr/>
    </dgm:pt>
    <dgm:pt modelId="{58D3ABF8-4B51-4017-BAC3-30C2DA048E5B}">
      <dgm:prSet/>
      <dgm:spPr/>
      <dgm:t>
        <a:bodyPr/>
        <a:lstStyle/>
        <a:p>
          <a:r>
            <a:rPr lang="es-ES" b="0" noProof="0">
              <a:effectLst/>
            </a:rPr>
            <a:t>Dividir el fichero de ratings en entrenamiento y test</a:t>
          </a:r>
          <a:endParaRPr lang="es-ES" b="0" noProof="0" dirty="0">
            <a:effectLst/>
          </a:endParaRPr>
        </a:p>
      </dgm:t>
    </dgm:pt>
    <dgm:pt modelId="{A47A2F49-358E-4D19-831E-9D235D270CE5}" type="parTrans" cxnId="{C9D3F45E-860F-469E-9CD6-04AE59DF2773}">
      <dgm:prSet/>
      <dgm:spPr/>
    </dgm:pt>
    <dgm:pt modelId="{3507388C-5125-4B49-A10F-544FF06125B6}" type="sibTrans" cxnId="{C9D3F45E-860F-469E-9CD6-04AE59DF2773}">
      <dgm:prSet/>
      <dgm:spPr/>
    </dgm:pt>
    <dgm:pt modelId="{F69F2988-37F9-4A95-97E7-48864A4E2041}" type="pres">
      <dgm:prSet presAssocID="{AFA075C2-A5B6-4089-944D-722FA774510E}" presName="Name0" presStyleCnt="0">
        <dgm:presLayoutVars>
          <dgm:chMax val="7"/>
          <dgm:chPref val="7"/>
          <dgm:dir/>
        </dgm:presLayoutVars>
      </dgm:prSet>
      <dgm:spPr/>
    </dgm:pt>
    <dgm:pt modelId="{591DC62C-A4F2-41B6-A4D4-63ABFE333BC8}" type="pres">
      <dgm:prSet presAssocID="{AFA075C2-A5B6-4089-944D-722FA774510E}" presName="Name1" presStyleCnt="0"/>
      <dgm:spPr/>
    </dgm:pt>
    <dgm:pt modelId="{E5B1473B-D4B8-406B-B506-AA686D8181DB}" type="pres">
      <dgm:prSet presAssocID="{AFA075C2-A5B6-4089-944D-722FA774510E}" presName="cycle" presStyleCnt="0"/>
      <dgm:spPr/>
    </dgm:pt>
    <dgm:pt modelId="{931695E1-7876-4E56-A130-B2352C065F45}" type="pres">
      <dgm:prSet presAssocID="{AFA075C2-A5B6-4089-944D-722FA774510E}" presName="srcNode" presStyleLbl="node1" presStyleIdx="0" presStyleCnt="3"/>
      <dgm:spPr/>
    </dgm:pt>
    <dgm:pt modelId="{392B5017-929E-432A-94F5-AAF0220022C7}" type="pres">
      <dgm:prSet presAssocID="{AFA075C2-A5B6-4089-944D-722FA774510E}" presName="conn" presStyleLbl="parChTrans1D2" presStyleIdx="0" presStyleCnt="1"/>
      <dgm:spPr/>
    </dgm:pt>
    <dgm:pt modelId="{F9235132-C63F-48C5-8DCD-898A39A75166}" type="pres">
      <dgm:prSet presAssocID="{AFA075C2-A5B6-4089-944D-722FA774510E}" presName="extraNode" presStyleLbl="node1" presStyleIdx="0" presStyleCnt="3"/>
      <dgm:spPr/>
    </dgm:pt>
    <dgm:pt modelId="{9F5C00FD-CED3-4055-A2AB-3A32E1AE3782}" type="pres">
      <dgm:prSet presAssocID="{AFA075C2-A5B6-4089-944D-722FA774510E}" presName="dstNode" presStyleLbl="node1" presStyleIdx="0" presStyleCnt="3"/>
      <dgm:spPr/>
    </dgm:pt>
    <dgm:pt modelId="{0EA1B7BC-EAC9-4E01-BE9B-F77015494CAD}" type="pres">
      <dgm:prSet presAssocID="{58D3ABF8-4B51-4017-BAC3-30C2DA048E5B}" presName="text_1" presStyleLbl="node1" presStyleIdx="0" presStyleCnt="3">
        <dgm:presLayoutVars>
          <dgm:bulletEnabled val="1"/>
        </dgm:presLayoutVars>
      </dgm:prSet>
      <dgm:spPr/>
    </dgm:pt>
    <dgm:pt modelId="{3B4B762B-AB0D-4A56-91F0-030F36017A79}" type="pres">
      <dgm:prSet presAssocID="{58D3ABF8-4B51-4017-BAC3-30C2DA048E5B}" presName="accent_1" presStyleCnt="0"/>
      <dgm:spPr/>
    </dgm:pt>
    <dgm:pt modelId="{3391CBBC-9A36-4257-AE00-21407D73F890}" type="pres">
      <dgm:prSet presAssocID="{58D3ABF8-4B51-4017-BAC3-30C2DA048E5B}" presName="accentRepeatNode" presStyleLbl="solidFgAcc1" presStyleIdx="0" presStyleCnt="3"/>
      <dgm:spPr/>
    </dgm:pt>
    <dgm:pt modelId="{537FF55B-D472-4EEB-8043-C74EAF39E91D}" type="pres">
      <dgm:prSet presAssocID="{26B6D630-928E-4F72-8EFE-EBC101595BFA}" presName="text_2" presStyleLbl="node1" presStyleIdx="1" presStyleCnt="3">
        <dgm:presLayoutVars>
          <dgm:bulletEnabled val="1"/>
        </dgm:presLayoutVars>
      </dgm:prSet>
      <dgm:spPr/>
    </dgm:pt>
    <dgm:pt modelId="{40DAA2F4-19AC-4908-B8C8-73298901795D}" type="pres">
      <dgm:prSet presAssocID="{26B6D630-928E-4F72-8EFE-EBC101595BFA}" presName="accent_2" presStyleCnt="0"/>
      <dgm:spPr/>
    </dgm:pt>
    <dgm:pt modelId="{7FDD47A8-312F-424B-9F11-EB92EC55AA8D}" type="pres">
      <dgm:prSet presAssocID="{26B6D630-928E-4F72-8EFE-EBC101595BFA}" presName="accentRepeatNode" presStyleLbl="solidFgAcc1" presStyleIdx="1" presStyleCnt="3"/>
      <dgm:spPr/>
    </dgm:pt>
    <dgm:pt modelId="{71F1005A-A324-47FA-B428-5146EAB1B5D1}" type="pres">
      <dgm:prSet presAssocID="{8BBF7F09-C689-41FA-90D7-394141C4995B}" presName="text_3" presStyleLbl="node1" presStyleIdx="2" presStyleCnt="3">
        <dgm:presLayoutVars>
          <dgm:bulletEnabled val="1"/>
        </dgm:presLayoutVars>
      </dgm:prSet>
      <dgm:spPr/>
    </dgm:pt>
    <dgm:pt modelId="{57014D6E-587D-45DF-85AC-D92CE5ABBB81}" type="pres">
      <dgm:prSet presAssocID="{8BBF7F09-C689-41FA-90D7-394141C4995B}" presName="accent_3" presStyleCnt="0"/>
      <dgm:spPr/>
    </dgm:pt>
    <dgm:pt modelId="{2EAE346B-5474-49F7-ACDA-38126C9065E4}" type="pres">
      <dgm:prSet presAssocID="{8BBF7F09-C689-41FA-90D7-394141C4995B}" presName="accentRepeatNode" presStyleLbl="solidFgAcc1" presStyleIdx="2" presStyleCnt="3"/>
      <dgm:spPr/>
    </dgm:pt>
  </dgm:ptLst>
  <dgm:cxnLst>
    <dgm:cxn modelId="{C9D3F45E-860F-469E-9CD6-04AE59DF2773}" srcId="{AFA075C2-A5B6-4089-944D-722FA774510E}" destId="{58D3ABF8-4B51-4017-BAC3-30C2DA048E5B}" srcOrd="0" destOrd="0" parTransId="{A47A2F49-358E-4D19-831E-9D235D270CE5}" sibTransId="{3507388C-5125-4B49-A10F-544FF06125B6}"/>
    <dgm:cxn modelId="{6833737D-679E-4FC9-A352-CE1BF4BAC008}" type="presOf" srcId="{8BBF7F09-C689-41FA-90D7-394141C4995B}" destId="{71F1005A-A324-47FA-B428-5146EAB1B5D1}" srcOrd="0" destOrd="0" presId="urn:microsoft.com/office/officeart/2008/layout/VerticalCurvedList"/>
    <dgm:cxn modelId="{0F56D197-E5AB-42E1-9427-3649000AF34B}" type="presOf" srcId="{58D3ABF8-4B51-4017-BAC3-30C2DA048E5B}" destId="{0EA1B7BC-EAC9-4E01-BE9B-F77015494CAD}" srcOrd="0" destOrd="0" presId="urn:microsoft.com/office/officeart/2008/layout/VerticalCurvedList"/>
    <dgm:cxn modelId="{9F7F579A-48A0-40CB-939F-BFF1AF3C6704}" srcId="{AFA075C2-A5B6-4089-944D-722FA774510E}" destId="{26B6D630-928E-4F72-8EFE-EBC101595BFA}" srcOrd="1" destOrd="0" parTransId="{D939733D-2261-4C75-ADE2-9CFFC24FA127}" sibTransId="{3403126E-90BC-4B37-97BC-335679F95F74}"/>
    <dgm:cxn modelId="{B949869D-B25B-4F43-B3AF-12466899BBBA}" srcId="{AFA075C2-A5B6-4089-944D-722FA774510E}" destId="{8BBF7F09-C689-41FA-90D7-394141C4995B}" srcOrd="2" destOrd="0" parTransId="{A938D979-6A00-4574-B7EC-B6827311B8B9}" sibTransId="{F7F2B60A-BDBD-4D12-BCB2-18950F3BD07D}"/>
    <dgm:cxn modelId="{E74EF9B6-96C2-4B9E-B4EC-5016A35C5427}" type="presOf" srcId="{3507388C-5125-4B49-A10F-544FF06125B6}" destId="{392B5017-929E-432A-94F5-AAF0220022C7}" srcOrd="0" destOrd="0" presId="urn:microsoft.com/office/officeart/2008/layout/VerticalCurvedList"/>
    <dgm:cxn modelId="{53D448D9-45CC-4D71-95F3-53D26DB41DC9}" type="presOf" srcId="{AFA075C2-A5B6-4089-944D-722FA774510E}" destId="{F69F2988-37F9-4A95-97E7-48864A4E2041}" srcOrd="0" destOrd="0" presId="urn:microsoft.com/office/officeart/2008/layout/VerticalCurvedList"/>
    <dgm:cxn modelId="{113C11DE-BC16-4338-84A7-E2DC69362799}" type="presOf" srcId="{26B6D630-928E-4F72-8EFE-EBC101595BFA}" destId="{537FF55B-D472-4EEB-8043-C74EAF39E91D}" srcOrd="0" destOrd="0" presId="urn:microsoft.com/office/officeart/2008/layout/VerticalCurvedList"/>
    <dgm:cxn modelId="{5BD430A2-249F-451A-B52D-8FBC3AF39428}" type="presParOf" srcId="{F69F2988-37F9-4A95-97E7-48864A4E2041}" destId="{591DC62C-A4F2-41B6-A4D4-63ABFE333BC8}" srcOrd="0" destOrd="0" presId="urn:microsoft.com/office/officeart/2008/layout/VerticalCurvedList"/>
    <dgm:cxn modelId="{5D548F71-52E5-4CF8-9BF4-2E3A942EA3A1}" type="presParOf" srcId="{591DC62C-A4F2-41B6-A4D4-63ABFE333BC8}" destId="{E5B1473B-D4B8-406B-B506-AA686D8181DB}" srcOrd="0" destOrd="0" presId="urn:microsoft.com/office/officeart/2008/layout/VerticalCurvedList"/>
    <dgm:cxn modelId="{755D579C-A7B9-4329-9E25-0D708EDA7728}" type="presParOf" srcId="{E5B1473B-D4B8-406B-B506-AA686D8181DB}" destId="{931695E1-7876-4E56-A130-B2352C065F45}" srcOrd="0" destOrd="0" presId="urn:microsoft.com/office/officeart/2008/layout/VerticalCurvedList"/>
    <dgm:cxn modelId="{FD2658B6-48EF-4701-8268-7F13130BDAAA}" type="presParOf" srcId="{E5B1473B-D4B8-406B-B506-AA686D8181DB}" destId="{392B5017-929E-432A-94F5-AAF0220022C7}" srcOrd="1" destOrd="0" presId="urn:microsoft.com/office/officeart/2008/layout/VerticalCurvedList"/>
    <dgm:cxn modelId="{8636D9DE-621D-4F0B-BE32-17174EDC8E5B}" type="presParOf" srcId="{E5B1473B-D4B8-406B-B506-AA686D8181DB}" destId="{F9235132-C63F-48C5-8DCD-898A39A75166}" srcOrd="2" destOrd="0" presId="urn:microsoft.com/office/officeart/2008/layout/VerticalCurvedList"/>
    <dgm:cxn modelId="{2D419B39-0786-49DF-B476-7199AC53FA4B}" type="presParOf" srcId="{E5B1473B-D4B8-406B-B506-AA686D8181DB}" destId="{9F5C00FD-CED3-4055-A2AB-3A32E1AE3782}" srcOrd="3" destOrd="0" presId="urn:microsoft.com/office/officeart/2008/layout/VerticalCurvedList"/>
    <dgm:cxn modelId="{461773EA-D25E-45CB-B7AD-E2935F06D848}" type="presParOf" srcId="{591DC62C-A4F2-41B6-A4D4-63ABFE333BC8}" destId="{0EA1B7BC-EAC9-4E01-BE9B-F77015494CAD}" srcOrd="1" destOrd="0" presId="urn:microsoft.com/office/officeart/2008/layout/VerticalCurvedList"/>
    <dgm:cxn modelId="{B0CA4067-CA05-4D05-A4DE-BDFB6B8360AE}" type="presParOf" srcId="{591DC62C-A4F2-41B6-A4D4-63ABFE333BC8}" destId="{3B4B762B-AB0D-4A56-91F0-030F36017A79}" srcOrd="2" destOrd="0" presId="urn:microsoft.com/office/officeart/2008/layout/VerticalCurvedList"/>
    <dgm:cxn modelId="{6BEAF053-C38F-4AE7-9232-32E873782675}" type="presParOf" srcId="{3B4B762B-AB0D-4A56-91F0-030F36017A79}" destId="{3391CBBC-9A36-4257-AE00-21407D73F890}" srcOrd="0" destOrd="0" presId="urn:microsoft.com/office/officeart/2008/layout/VerticalCurvedList"/>
    <dgm:cxn modelId="{D05F5043-D01F-4C54-B7E2-A56889D40665}" type="presParOf" srcId="{591DC62C-A4F2-41B6-A4D4-63ABFE333BC8}" destId="{537FF55B-D472-4EEB-8043-C74EAF39E91D}" srcOrd="3" destOrd="0" presId="urn:microsoft.com/office/officeart/2008/layout/VerticalCurvedList"/>
    <dgm:cxn modelId="{ACBF80BE-4F43-4E46-A77E-00576649B0F9}" type="presParOf" srcId="{591DC62C-A4F2-41B6-A4D4-63ABFE333BC8}" destId="{40DAA2F4-19AC-4908-B8C8-73298901795D}" srcOrd="4" destOrd="0" presId="urn:microsoft.com/office/officeart/2008/layout/VerticalCurvedList"/>
    <dgm:cxn modelId="{C27FB37F-7E93-4F07-AB92-6EED5D674EAB}" type="presParOf" srcId="{40DAA2F4-19AC-4908-B8C8-73298901795D}" destId="{7FDD47A8-312F-424B-9F11-EB92EC55AA8D}" srcOrd="0" destOrd="0" presId="urn:microsoft.com/office/officeart/2008/layout/VerticalCurvedList"/>
    <dgm:cxn modelId="{B313C825-98F0-4A0D-94AF-F7626EAC5A0A}" type="presParOf" srcId="{591DC62C-A4F2-41B6-A4D4-63ABFE333BC8}" destId="{71F1005A-A324-47FA-B428-5146EAB1B5D1}" srcOrd="5" destOrd="0" presId="urn:microsoft.com/office/officeart/2008/layout/VerticalCurvedList"/>
    <dgm:cxn modelId="{511E9412-6FF8-44CF-BC1F-F6C3467F97FA}" type="presParOf" srcId="{591DC62C-A4F2-41B6-A4D4-63ABFE333BC8}" destId="{57014D6E-587D-45DF-85AC-D92CE5ABBB81}" srcOrd="6" destOrd="0" presId="urn:microsoft.com/office/officeart/2008/layout/VerticalCurvedList"/>
    <dgm:cxn modelId="{408A5787-1B7C-4F4A-B13F-CFFD87816FA6}" type="presParOf" srcId="{57014D6E-587D-45DF-85AC-D92CE5ABBB81}" destId="{2EAE346B-5474-49F7-ACDA-38126C9065E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37B96-0653-4398-BAB1-E4933FCA23E8}">
      <dsp:nvSpPr>
        <dsp:cNvPr id="0" name=""/>
        <dsp:cNvSpPr/>
      </dsp:nvSpPr>
      <dsp:spPr>
        <a:xfrm>
          <a:off x="1282057" y="1939"/>
          <a:ext cx="3819553" cy="22917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Los elementos a recomendar (ítems) son películas del dataset “</a:t>
          </a:r>
          <a:r>
            <a:rPr lang="es-ES" sz="2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</a:t>
          </a:r>
          <a:r>
            <a:rPr lang="es-ES" sz="2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s-ES" sz="2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movies</a:t>
          </a:r>
          <a:r>
            <a:rPr lang="es-ES" sz="2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dataset</a:t>
          </a:r>
          <a:r>
            <a:rPr lang="es-ES" sz="2900" kern="1200" dirty="0"/>
            <a:t>”</a:t>
          </a:r>
        </a:p>
      </dsp:txBody>
      <dsp:txXfrm>
        <a:off x="1282057" y="1939"/>
        <a:ext cx="3819553" cy="2291731"/>
      </dsp:txXfrm>
    </dsp:sp>
    <dsp:sp modelId="{7A28056E-6BF7-444A-B3C7-A2AFBA619814}">
      <dsp:nvSpPr>
        <dsp:cNvPr id="0" name=""/>
        <dsp:cNvSpPr/>
      </dsp:nvSpPr>
      <dsp:spPr>
        <a:xfrm>
          <a:off x="5483565" y="1939"/>
          <a:ext cx="3819553" cy="22917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El objetivo es conseguir una lista de ítems recomendados adaptada al usuario</a:t>
          </a:r>
        </a:p>
      </dsp:txBody>
      <dsp:txXfrm>
        <a:off x="5483565" y="1939"/>
        <a:ext cx="3819553" cy="2291731"/>
      </dsp:txXfrm>
    </dsp:sp>
    <dsp:sp modelId="{D838C0BE-90A5-44BB-8960-322D0168CEC0}">
      <dsp:nvSpPr>
        <dsp:cNvPr id="0" name=""/>
        <dsp:cNvSpPr/>
      </dsp:nvSpPr>
      <dsp:spPr>
        <a:xfrm>
          <a:off x="1282057" y="2675626"/>
          <a:ext cx="3819553" cy="22917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Para ello, se calcula un ratio de interés del usuario en cada ítem</a:t>
          </a:r>
        </a:p>
      </dsp:txBody>
      <dsp:txXfrm>
        <a:off x="1282057" y="2675626"/>
        <a:ext cx="3819553" cy="2291731"/>
      </dsp:txXfrm>
    </dsp:sp>
    <dsp:sp modelId="{04072096-F87E-4D8E-95E1-CB1B8707887E}">
      <dsp:nvSpPr>
        <dsp:cNvPr id="0" name=""/>
        <dsp:cNvSpPr/>
      </dsp:nvSpPr>
      <dsp:spPr>
        <a:xfrm>
          <a:off x="5483565" y="2675626"/>
          <a:ext cx="3819553" cy="22917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Se recomiendan los ítems de mayor ratio</a:t>
          </a:r>
        </a:p>
      </dsp:txBody>
      <dsp:txXfrm>
        <a:off x="5483565" y="2675626"/>
        <a:ext cx="3819553" cy="2291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EAAB8-BB7E-4A70-807A-AFA8872D3CED}">
      <dsp:nvSpPr>
        <dsp:cNvPr id="0" name=""/>
        <dsp:cNvSpPr/>
      </dsp:nvSpPr>
      <dsp:spPr>
        <a:xfrm>
          <a:off x="184" y="1374564"/>
          <a:ext cx="4440339" cy="2220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El objetivo de esta parte del trabajo es</a:t>
          </a:r>
        </a:p>
      </dsp:txBody>
      <dsp:txXfrm>
        <a:off x="65211" y="1439591"/>
        <a:ext cx="4310285" cy="2090115"/>
      </dsp:txXfrm>
    </dsp:sp>
    <dsp:sp modelId="{24F0082B-F67E-42AF-BF1F-7BEF70378859}">
      <dsp:nvSpPr>
        <dsp:cNvPr id="0" name=""/>
        <dsp:cNvSpPr/>
      </dsp:nvSpPr>
      <dsp:spPr>
        <a:xfrm rot="19457599">
          <a:off x="4234933" y="1806140"/>
          <a:ext cx="2187317" cy="80419"/>
        </a:xfrm>
        <a:custGeom>
          <a:avLst/>
          <a:gdLst/>
          <a:ahLst/>
          <a:cxnLst/>
          <a:rect l="0" t="0" r="0" b="0"/>
          <a:pathLst>
            <a:path>
              <a:moveTo>
                <a:pt x="0" y="40209"/>
              </a:moveTo>
              <a:lnTo>
                <a:pt x="2187317" y="40209"/>
              </a:lnTo>
            </a:path>
          </a:pathLst>
        </a:custGeom>
        <a:noFill/>
        <a:ln w="9525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/>
        </a:p>
      </dsp:txBody>
      <dsp:txXfrm>
        <a:off x="5273909" y="1791667"/>
        <a:ext cx="109365" cy="109365"/>
      </dsp:txXfrm>
    </dsp:sp>
    <dsp:sp modelId="{D8D3B6D3-B7EC-4633-87FA-6808BC7DCDF5}">
      <dsp:nvSpPr>
        <dsp:cNvPr id="0" name=""/>
        <dsp:cNvSpPr/>
      </dsp:nvSpPr>
      <dsp:spPr>
        <a:xfrm>
          <a:off x="6216659" y="97966"/>
          <a:ext cx="4440339" cy="2220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Preparar la forma en la que se almacenan los datos de los ficheros del dataset</a:t>
          </a:r>
        </a:p>
      </dsp:txBody>
      <dsp:txXfrm>
        <a:off x="6281686" y="162993"/>
        <a:ext cx="4310285" cy="2090115"/>
      </dsp:txXfrm>
    </dsp:sp>
    <dsp:sp modelId="{347AC910-5938-4932-B283-F9B44431C06A}">
      <dsp:nvSpPr>
        <dsp:cNvPr id="0" name=""/>
        <dsp:cNvSpPr/>
      </dsp:nvSpPr>
      <dsp:spPr>
        <a:xfrm rot="2142401">
          <a:off x="4234933" y="3082737"/>
          <a:ext cx="2187317" cy="80419"/>
        </a:xfrm>
        <a:custGeom>
          <a:avLst/>
          <a:gdLst/>
          <a:ahLst/>
          <a:cxnLst/>
          <a:rect l="0" t="0" r="0" b="0"/>
          <a:pathLst>
            <a:path>
              <a:moveTo>
                <a:pt x="0" y="40209"/>
              </a:moveTo>
              <a:lnTo>
                <a:pt x="2187317" y="40209"/>
              </a:lnTo>
            </a:path>
          </a:pathLst>
        </a:custGeom>
        <a:noFill/>
        <a:ln w="9525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/>
        </a:p>
      </dsp:txBody>
      <dsp:txXfrm>
        <a:off x="5273909" y="3068264"/>
        <a:ext cx="109365" cy="109365"/>
      </dsp:txXfrm>
    </dsp:sp>
    <dsp:sp modelId="{EF15A737-F8FC-40FC-B90E-D086318F10D9}">
      <dsp:nvSpPr>
        <dsp:cNvPr id="0" name=""/>
        <dsp:cNvSpPr/>
      </dsp:nvSpPr>
      <dsp:spPr>
        <a:xfrm>
          <a:off x="6216659" y="2651161"/>
          <a:ext cx="4440339" cy="2220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Definir las estructuras de datos necesarias para el funcionamiento del recomendador</a:t>
          </a:r>
        </a:p>
      </dsp:txBody>
      <dsp:txXfrm>
        <a:off x="6281686" y="2716188"/>
        <a:ext cx="4310285" cy="20901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EDF89-256F-46BB-8D96-8787708836E4}">
      <dsp:nvSpPr>
        <dsp:cNvPr id="0" name=""/>
        <dsp:cNvSpPr/>
      </dsp:nvSpPr>
      <dsp:spPr>
        <a:xfrm>
          <a:off x="0" y="51757"/>
          <a:ext cx="10657183" cy="8751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El dataset se ha obtenido del siguiente enlace: https://www.kaggle.com/datasets/rounakbanik/the-movies-dataset</a:t>
          </a:r>
        </a:p>
      </dsp:txBody>
      <dsp:txXfrm>
        <a:off x="42722" y="94479"/>
        <a:ext cx="10571739" cy="789716"/>
      </dsp:txXfrm>
    </dsp:sp>
    <dsp:sp modelId="{8912BFBE-CC50-4490-84F3-8922E21099B8}">
      <dsp:nvSpPr>
        <dsp:cNvPr id="0" name=""/>
        <dsp:cNvSpPr/>
      </dsp:nvSpPr>
      <dsp:spPr>
        <a:xfrm>
          <a:off x="0" y="990278"/>
          <a:ext cx="10657183" cy="8751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102602"/>
                <a:satOff val="-16982"/>
                <a:lumOff val="16382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102602"/>
                <a:satOff val="-16982"/>
                <a:lumOff val="16382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102602"/>
                <a:satOff val="-16982"/>
                <a:lumOff val="1638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Se proporcionan dos versiones del dataset</a:t>
          </a:r>
        </a:p>
      </dsp:txBody>
      <dsp:txXfrm>
        <a:off x="42722" y="1033000"/>
        <a:ext cx="10571739" cy="789716"/>
      </dsp:txXfrm>
    </dsp:sp>
    <dsp:sp modelId="{42612A4B-4FBC-45AC-B7AC-E2C334C9942B}">
      <dsp:nvSpPr>
        <dsp:cNvPr id="0" name=""/>
        <dsp:cNvSpPr/>
      </dsp:nvSpPr>
      <dsp:spPr>
        <a:xfrm>
          <a:off x="0" y="1865438"/>
          <a:ext cx="10657183" cy="5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700" kern="1200" dirty="0"/>
            <a:t>Original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700" kern="1200" dirty="0"/>
            <a:t>Procesada: se elimina cierta información y se eliminan películas</a:t>
          </a:r>
        </a:p>
      </dsp:txBody>
      <dsp:txXfrm>
        <a:off x="0" y="1865438"/>
        <a:ext cx="10657183" cy="592020"/>
      </dsp:txXfrm>
    </dsp:sp>
    <dsp:sp modelId="{2E5CF2BD-8924-462F-BC7B-A2EA1ABBD158}">
      <dsp:nvSpPr>
        <dsp:cNvPr id="0" name=""/>
        <dsp:cNvSpPr/>
      </dsp:nvSpPr>
      <dsp:spPr>
        <a:xfrm>
          <a:off x="0" y="2457458"/>
          <a:ext cx="10657183" cy="875160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205204"/>
                <a:satOff val="-33963"/>
                <a:lumOff val="32764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205204"/>
                <a:satOff val="-33963"/>
                <a:lumOff val="32764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205204"/>
                <a:satOff val="-33963"/>
                <a:lumOff val="3276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Ambas versiones se basan en películas de </a:t>
          </a:r>
          <a:r>
            <a:rPr lang="es-ES" sz="2200" kern="1200" dirty="0" err="1"/>
            <a:t>Imdb</a:t>
          </a:r>
          <a:endParaRPr lang="es-ES" sz="2200" kern="1200" dirty="0"/>
        </a:p>
      </dsp:txBody>
      <dsp:txXfrm>
        <a:off x="42722" y="2500180"/>
        <a:ext cx="10571739" cy="7897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5A0F6-A504-414B-971B-30717348C82F}">
      <dsp:nvSpPr>
        <dsp:cNvPr id="0" name=""/>
        <dsp:cNvSpPr/>
      </dsp:nvSpPr>
      <dsp:spPr>
        <a:xfrm>
          <a:off x="0" y="29847"/>
          <a:ext cx="10657183" cy="953403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Se recomienda usar la versión procesada</a:t>
          </a:r>
        </a:p>
      </dsp:txBody>
      <dsp:txXfrm>
        <a:off x="46541" y="76388"/>
        <a:ext cx="10564101" cy="860321"/>
      </dsp:txXfrm>
    </dsp:sp>
    <dsp:sp modelId="{627EDF89-256F-46BB-8D96-8787708836E4}">
      <dsp:nvSpPr>
        <dsp:cNvPr id="0" name=""/>
        <dsp:cNvSpPr/>
      </dsp:nvSpPr>
      <dsp:spPr>
        <a:xfrm>
          <a:off x="0" y="1052371"/>
          <a:ext cx="10657183" cy="953403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266734"/>
                <a:satOff val="-25391"/>
                <a:lumOff val="18897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266734"/>
                <a:satOff val="-25391"/>
                <a:lumOff val="18897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266734"/>
                <a:satOff val="-25391"/>
                <a:lumOff val="1889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Ficheros </a:t>
          </a:r>
          <a:r>
            <a:rPr lang="es-ES" sz="2400" kern="1200" dirty="0" err="1"/>
            <a:t>csv</a:t>
          </a:r>
          <a:r>
            <a:rPr lang="es-ES" sz="2400" kern="1200" dirty="0"/>
            <a:t> que contienen parte de los datos del dataset</a:t>
          </a:r>
        </a:p>
      </dsp:txBody>
      <dsp:txXfrm>
        <a:off x="46541" y="1098912"/>
        <a:ext cx="10564101" cy="860321"/>
      </dsp:txXfrm>
    </dsp:sp>
    <dsp:sp modelId="{C137E2A5-4B84-47B8-8804-28EDEC40A770}">
      <dsp:nvSpPr>
        <dsp:cNvPr id="0" name=""/>
        <dsp:cNvSpPr/>
      </dsp:nvSpPr>
      <dsp:spPr>
        <a:xfrm>
          <a:off x="0" y="2005774"/>
          <a:ext cx="10657183" cy="1564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900" kern="1200" dirty="0"/>
            <a:t>Se han eliminado las películas de habla no inglesa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900" kern="1200" dirty="0"/>
            <a:t>Se han eliminado aquellas películas que no estaban puntuadas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900" kern="1200" dirty="0"/>
            <a:t>Se han eliminado del fichero de </a:t>
          </a:r>
          <a:r>
            <a:rPr lang="es-ES" sz="1900" kern="1200" dirty="0" err="1"/>
            <a:t>keywords</a:t>
          </a:r>
          <a:r>
            <a:rPr lang="es-ES" sz="1900" kern="1200" dirty="0"/>
            <a:t> aquellas películas que no tenían </a:t>
          </a:r>
          <a:r>
            <a:rPr lang="es-ES" sz="1900" kern="1200" dirty="0" err="1"/>
            <a:t>keywords</a:t>
          </a:r>
          <a:r>
            <a:rPr lang="es-ES" sz="1900" kern="1200" dirty="0"/>
            <a:t> o que los </a:t>
          </a:r>
          <a:r>
            <a:rPr lang="es-ES" sz="1900" kern="1200" dirty="0" err="1"/>
            <a:t>keywords</a:t>
          </a:r>
          <a:r>
            <a:rPr lang="es-ES" sz="1900" kern="1200" dirty="0"/>
            <a:t> estaban en idioma diferente al inglés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900" kern="1200" dirty="0"/>
            <a:t>Codificados UTF-8</a:t>
          </a:r>
        </a:p>
      </dsp:txBody>
      <dsp:txXfrm>
        <a:off x="0" y="2005774"/>
        <a:ext cx="10657183" cy="1564920"/>
      </dsp:txXfrm>
    </dsp:sp>
    <dsp:sp modelId="{2AAD0D16-0AC4-42A4-A819-66F827F80623}">
      <dsp:nvSpPr>
        <dsp:cNvPr id="0" name=""/>
        <dsp:cNvSpPr/>
      </dsp:nvSpPr>
      <dsp:spPr>
        <a:xfrm>
          <a:off x="0" y="3570694"/>
          <a:ext cx="10657183" cy="953403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533469"/>
                <a:satOff val="-50782"/>
                <a:lumOff val="37794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533469"/>
                <a:satOff val="-50782"/>
                <a:lumOff val="37794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533469"/>
                <a:satOff val="-50782"/>
                <a:lumOff val="377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Esto supone que habrá películas que aparezcan en algunos ficheros que no existan en otros</a:t>
          </a:r>
        </a:p>
      </dsp:txBody>
      <dsp:txXfrm>
        <a:off x="46541" y="3617235"/>
        <a:ext cx="10564101" cy="860321"/>
      </dsp:txXfrm>
    </dsp:sp>
    <dsp:sp modelId="{345AB39D-028B-47C7-B12E-AEE9CE6503A8}">
      <dsp:nvSpPr>
        <dsp:cNvPr id="0" name=""/>
        <dsp:cNvSpPr/>
      </dsp:nvSpPr>
      <dsp:spPr>
        <a:xfrm>
          <a:off x="0" y="4524098"/>
          <a:ext cx="10657183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900" kern="1200" dirty="0"/>
            <a:t>No se deben recomendar películas que no estén en el fichero películas.csv</a:t>
          </a:r>
        </a:p>
      </dsp:txBody>
      <dsp:txXfrm>
        <a:off x="0" y="4524098"/>
        <a:ext cx="10657183" cy="3974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4144E-53DD-4351-8FAE-E1D689AB7BEC}">
      <dsp:nvSpPr>
        <dsp:cNvPr id="0" name=""/>
        <dsp:cNvSpPr/>
      </dsp:nvSpPr>
      <dsp:spPr>
        <a:xfrm rot="16200000">
          <a:off x="-1664661" y="1665347"/>
          <a:ext cx="5113315" cy="1782619"/>
        </a:xfrm>
        <a:prstGeom prst="flowChartManualOperati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7651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Las películas están clasificadas en 20 géneros</a:t>
          </a:r>
        </a:p>
      </dsp:txBody>
      <dsp:txXfrm rot="5400000">
        <a:off x="687" y="1022662"/>
        <a:ext cx="1782619" cy="3067989"/>
      </dsp:txXfrm>
    </dsp:sp>
    <dsp:sp modelId="{A58AFCD6-E376-444A-8696-B6EB76868185}">
      <dsp:nvSpPr>
        <dsp:cNvPr id="0" name=""/>
        <dsp:cNvSpPr/>
      </dsp:nvSpPr>
      <dsp:spPr>
        <a:xfrm rot="16200000">
          <a:off x="251654" y="1665347"/>
          <a:ext cx="5113315" cy="1782619"/>
        </a:xfrm>
        <a:prstGeom prst="flowChartManualOperation">
          <a:avLst/>
        </a:prstGeom>
        <a:gradFill rotWithShape="0">
          <a:gsLst>
            <a:gs pos="0">
              <a:schemeClr val="accent2">
                <a:shade val="80000"/>
                <a:hueOff val="102602"/>
                <a:satOff val="-16982"/>
                <a:lumOff val="16382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102602"/>
                <a:satOff val="-16982"/>
                <a:lumOff val="16382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102602"/>
                <a:satOff val="-16982"/>
                <a:lumOff val="1638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7651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El fichero géneros.csv contiene estos datos</a:t>
          </a:r>
        </a:p>
      </dsp:txBody>
      <dsp:txXfrm rot="5400000">
        <a:off x="1917002" y="1022662"/>
        <a:ext cx="1782619" cy="3067989"/>
      </dsp:txXfrm>
    </dsp:sp>
    <dsp:sp modelId="{50278B2D-2D77-40DE-8E74-24637C0C67C9}">
      <dsp:nvSpPr>
        <dsp:cNvPr id="0" name=""/>
        <dsp:cNvSpPr/>
      </dsp:nvSpPr>
      <dsp:spPr>
        <a:xfrm rot="16200000">
          <a:off x="2167970" y="1665347"/>
          <a:ext cx="5113315" cy="1782619"/>
        </a:xfrm>
        <a:prstGeom prst="flowChartManualOperation">
          <a:avLst/>
        </a:prstGeom>
        <a:gradFill rotWithShape="0">
          <a:gsLst>
            <a:gs pos="0">
              <a:schemeClr val="accent2">
                <a:shade val="80000"/>
                <a:hueOff val="205204"/>
                <a:satOff val="-33963"/>
                <a:lumOff val="32764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205204"/>
                <a:satOff val="-33963"/>
                <a:lumOff val="32764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205204"/>
                <a:satOff val="-33963"/>
                <a:lumOff val="3276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7651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En el fichero aparece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Identificador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Identificador en el dataset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Genero en ingles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Género en castellano</a:t>
          </a:r>
        </a:p>
      </dsp:txBody>
      <dsp:txXfrm rot="5400000">
        <a:off x="3833318" y="1022662"/>
        <a:ext cx="1782619" cy="30679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65F9C-1BFA-4C93-8952-67E09D187FA1}">
      <dsp:nvSpPr>
        <dsp:cNvPr id="0" name=""/>
        <dsp:cNvSpPr/>
      </dsp:nvSpPr>
      <dsp:spPr>
        <a:xfrm rot="16200000">
          <a:off x="-495304" y="501067"/>
          <a:ext cx="3024336" cy="2022201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911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Además, las películas tienen asociadas etiquetas que han dado los usuarios</a:t>
          </a:r>
        </a:p>
      </dsp:txBody>
      <dsp:txXfrm rot="5400000">
        <a:off x="5764" y="604866"/>
        <a:ext cx="2022201" cy="1814602"/>
      </dsp:txXfrm>
    </dsp:sp>
    <dsp:sp modelId="{F5D5517E-31AB-4FC2-8926-6554431C7AAA}">
      <dsp:nvSpPr>
        <dsp:cNvPr id="0" name=""/>
        <dsp:cNvSpPr/>
      </dsp:nvSpPr>
      <dsp:spPr>
        <a:xfrm rot="16200000">
          <a:off x="1678561" y="501067"/>
          <a:ext cx="3024336" cy="2022201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43396"/>
                <a:satOff val="-5011"/>
                <a:lumOff val="783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43396"/>
                <a:satOff val="-5011"/>
                <a:lumOff val="783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43396"/>
                <a:satOff val="-5011"/>
                <a:lumOff val="7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911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Se encuentran en el fichero </a:t>
          </a:r>
          <a:r>
            <a:rPr lang="es-E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keyword.csv</a:t>
          </a:r>
        </a:p>
      </dsp:txBody>
      <dsp:txXfrm rot="5400000">
        <a:off x="2179629" y="604866"/>
        <a:ext cx="2022201" cy="1814602"/>
      </dsp:txXfrm>
    </dsp:sp>
    <dsp:sp modelId="{6D58C390-9BA1-4323-9B23-0F81728DE63E}">
      <dsp:nvSpPr>
        <dsp:cNvPr id="0" name=""/>
        <dsp:cNvSpPr/>
      </dsp:nvSpPr>
      <dsp:spPr>
        <a:xfrm rot="16200000">
          <a:off x="3852428" y="501067"/>
          <a:ext cx="3024336" cy="2022201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86791"/>
                <a:satOff val="-10022"/>
                <a:lumOff val="1566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86791"/>
                <a:satOff val="-10022"/>
                <a:lumOff val="1566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86791"/>
                <a:satOff val="-10022"/>
                <a:lumOff val="1566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911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No todas las películas tienen etiquetas</a:t>
          </a:r>
        </a:p>
      </dsp:txBody>
      <dsp:txXfrm rot="5400000">
        <a:off x="4353496" y="604866"/>
        <a:ext cx="2022201" cy="1814602"/>
      </dsp:txXfrm>
    </dsp:sp>
    <dsp:sp modelId="{926A6937-F9B5-4820-A9F6-B7B463FAABA8}">
      <dsp:nvSpPr>
        <dsp:cNvPr id="0" name=""/>
        <dsp:cNvSpPr/>
      </dsp:nvSpPr>
      <dsp:spPr>
        <a:xfrm rot="16200000">
          <a:off x="6026294" y="501067"/>
          <a:ext cx="3024336" cy="2022201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130187"/>
                <a:satOff val="-15032"/>
                <a:lumOff val="2349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130187"/>
                <a:satOff val="-15032"/>
                <a:lumOff val="2349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130187"/>
                <a:satOff val="-15032"/>
                <a:lumOff val="2349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911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Cada película tiene un máximo de 12 etiquetas (en el dataset original hay más)</a:t>
          </a:r>
        </a:p>
      </dsp:txBody>
      <dsp:txXfrm rot="5400000">
        <a:off x="6527362" y="604866"/>
        <a:ext cx="2022201" cy="1814602"/>
      </dsp:txXfrm>
    </dsp:sp>
    <dsp:sp modelId="{E721B9CF-0C97-4F8F-A6F7-AD3B657967B6}">
      <dsp:nvSpPr>
        <dsp:cNvPr id="0" name=""/>
        <dsp:cNvSpPr/>
      </dsp:nvSpPr>
      <dsp:spPr>
        <a:xfrm rot="16200000">
          <a:off x="8200160" y="501067"/>
          <a:ext cx="3024336" cy="2022201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173582"/>
                <a:satOff val="-20043"/>
                <a:lumOff val="3132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173582"/>
                <a:satOff val="-20043"/>
                <a:lumOff val="3132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173582"/>
                <a:satOff val="-20043"/>
                <a:lumOff val="3132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911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El fichero contiene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Código de la película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Nº</a:t>
          </a:r>
          <a:r>
            <a:rPr lang="es-ES" sz="1500" kern="1200" dirty="0"/>
            <a:t> de etiquetas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Tantas columnas como etiquetas</a:t>
          </a:r>
        </a:p>
      </dsp:txBody>
      <dsp:txXfrm rot="5400000">
        <a:off x="8701228" y="604866"/>
        <a:ext cx="2022201" cy="18146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8B13E-64CA-4F99-8B69-FF89E41271B6}">
      <dsp:nvSpPr>
        <dsp:cNvPr id="0" name=""/>
        <dsp:cNvSpPr/>
      </dsp:nvSpPr>
      <dsp:spPr>
        <a:xfrm>
          <a:off x="0" y="664764"/>
          <a:ext cx="10657183" cy="423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7116" tIns="666496" rIns="827116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200" kern="1200" dirty="0"/>
            <a:t>Son las películas del dataset original de habla inglesa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200" kern="1200" dirty="0"/>
            <a:t>Se han eliminado también las películas no clasificadas y las que no han sido puntuadas por ningún usuario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200" kern="1200" dirty="0"/>
            <a:t>Contiene únicamente los datos del dataset del fichero </a:t>
          </a:r>
          <a:r>
            <a:rPr lang="es-ES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movies_metadata.csv </a:t>
          </a:r>
          <a:r>
            <a:rPr lang="es-ES" sz="3200" kern="1200" dirty="0"/>
            <a:t>que se consideran interesantes (y se han separado por columnas)</a:t>
          </a:r>
        </a:p>
      </dsp:txBody>
      <dsp:txXfrm>
        <a:off x="0" y="664764"/>
        <a:ext cx="10657183" cy="4233600"/>
      </dsp:txXfrm>
    </dsp:sp>
    <dsp:sp modelId="{300A1B89-1A5A-47BB-AFAA-6A9CAA9312A5}">
      <dsp:nvSpPr>
        <dsp:cNvPr id="0" name=""/>
        <dsp:cNvSpPr/>
      </dsp:nvSpPr>
      <dsp:spPr>
        <a:xfrm>
          <a:off x="532859" y="192444"/>
          <a:ext cx="7460028" cy="9446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1971" tIns="0" rIns="28197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 dirty="0"/>
            <a:t>27.840 películas (original 45.000)</a:t>
          </a:r>
        </a:p>
      </dsp:txBody>
      <dsp:txXfrm>
        <a:off x="578973" y="238558"/>
        <a:ext cx="7367800" cy="8524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2E6C3-33E2-4B17-98FE-28D0023DBE30}">
      <dsp:nvSpPr>
        <dsp:cNvPr id="0" name=""/>
        <dsp:cNvSpPr/>
      </dsp:nvSpPr>
      <dsp:spPr>
        <a:xfrm>
          <a:off x="0" y="351564"/>
          <a:ext cx="10657183" cy="471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7116" tIns="458216" rIns="82711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Identificador de la película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Identificador en </a:t>
          </a:r>
          <a:r>
            <a:rPr lang="es-ES" sz="2200" kern="1200" dirty="0" err="1"/>
            <a:t>Imdb</a:t>
          </a:r>
          <a:r>
            <a:rPr lang="es-ES" sz="2200" kern="1200" dirty="0"/>
            <a:t>: si se busca dentro de </a:t>
          </a:r>
          <a:r>
            <a:rPr lang="es-ES" sz="2200" kern="1200" dirty="0" err="1"/>
            <a:t>imdb</a:t>
          </a:r>
          <a:r>
            <a:rPr lang="es-ES" sz="2200" kern="1200" dirty="0"/>
            <a:t> con este identificador, se accede a los datos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Título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 err="1"/>
            <a:t>Path</a:t>
          </a:r>
          <a:r>
            <a:rPr lang="es-ES" sz="2200" kern="1200" dirty="0"/>
            <a:t> al poster de la película: </a:t>
          </a:r>
          <a:r>
            <a:rPr lang="es-ES" sz="2200" b="0" i="0" kern="1200" dirty="0"/>
            <a:t>http://www.omdbapi.com/</a:t>
          </a:r>
          <a:endParaRPr lang="es-E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Puntuación media de los usuarios (en el momento en el que se creó el dataset)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Número de puntuaciones de usuarios (permite saber lo fiable que es la puntuación media)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Número de géneros en los que está clasificada (una película puede estar clasificada en más de un género)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Código de los géneros en los que está clasificada</a:t>
          </a:r>
        </a:p>
      </dsp:txBody>
      <dsp:txXfrm>
        <a:off x="0" y="351564"/>
        <a:ext cx="10657183" cy="4712400"/>
      </dsp:txXfrm>
    </dsp:sp>
    <dsp:sp modelId="{0C170C18-CB7C-4B6F-ACFC-7F439AB7A1E0}">
      <dsp:nvSpPr>
        <dsp:cNvPr id="0" name=""/>
        <dsp:cNvSpPr/>
      </dsp:nvSpPr>
      <dsp:spPr>
        <a:xfrm>
          <a:off x="532859" y="26844"/>
          <a:ext cx="7460028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1971" tIns="0" rIns="28197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Contiene</a:t>
          </a:r>
        </a:p>
      </dsp:txBody>
      <dsp:txXfrm>
        <a:off x="564562" y="58547"/>
        <a:ext cx="7396622" cy="5860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8B1FF-903B-4856-B607-E85E52568717}">
      <dsp:nvSpPr>
        <dsp:cNvPr id="0" name=""/>
        <dsp:cNvSpPr/>
      </dsp:nvSpPr>
      <dsp:spPr>
        <a:xfrm>
          <a:off x="0" y="474413"/>
          <a:ext cx="10700832" cy="69556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kern="1200" dirty="0"/>
            <a:t>Fichero de ratios</a:t>
          </a:r>
        </a:p>
      </dsp:txBody>
      <dsp:txXfrm>
        <a:off x="33955" y="508368"/>
        <a:ext cx="10632922" cy="627655"/>
      </dsp:txXfrm>
    </dsp:sp>
    <dsp:sp modelId="{0B4C6034-6EA8-43B7-82D1-00C14750EE04}">
      <dsp:nvSpPr>
        <dsp:cNvPr id="0" name=""/>
        <dsp:cNvSpPr/>
      </dsp:nvSpPr>
      <dsp:spPr>
        <a:xfrm>
          <a:off x="0" y="1169978"/>
          <a:ext cx="10700832" cy="2701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75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 dirty="0"/>
            <a:t>Ratings_small.csv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 dirty="0"/>
            <a:t>Contiene 100.004 puntuaciones de usuarios a películas. Los usuarios van del 1 al 671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 dirty="0"/>
            <a:t>Contiene</a:t>
          </a: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 dirty="0"/>
            <a:t>Identificador de usuario</a:t>
          </a: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 dirty="0"/>
            <a:t>Identificador de película</a:t>
          </a: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 dirty="0"/>
            <a:t>Puntuación: valor </a:t>
          </a:r>
          <a:r>
            <a:rPr lang="es-ES" sz="2300" kern="1200" dirty="0" err="1"/>
            <a:t>float</a:t>
          </a:r>
          <a:r>
            <a:rPr lang="es-ES" sz="2300" kern="1200" dirty="0"/>
            <a:t> entre 0.5 y 5</a:t>
          </a:r>
        </a:p>
      </dsp:txBody>
      <dsp:txXfrm>
        <a:off x="0" y="1169978"/>
        <a:ext cx="10700832" cy="2701349"/>
      </dsp:txXfrm>
    </dsp:sp>
    <dsp:sp modelId="{0DD91B1E-7CEF-4EBE-9D37-A4FD5EBAF077}">
      <dsp:nvSpPr>
        <dsp:cNvPr id="0" name=""/>
        <dsp:cNvSpPr/>
      </dsp:nvSpPr>
      <dsp:spPr>
        <a:xfrm>
          <a:off x="0" y="3871328"/>
          <a:ext cx="10700832" cy="69556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Se ha adjuntado otro fichero Ratings.csv, pero podéis usar el pequeño</a:t>
          </a:r>
        </a:p>
      </dsp:txBody>
      <dsp:txXfrm>
        <a:off x="33955" y="3905283"/>
        <a:ext cx="10632922" cy="6276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8B1FF-903B-4856-B607-E85E52568717}">
      <dsp:nvSpPr>
        <dsp:cNvPr id="0" name=""/>
        <dsp:cNvSpPr/>
      </dsp:nvSpPr>
      <dsp:spPr>
        <a:xfrm>
          <a:off x="0" y="45652"/>
          <a:ext cx="10700832" cy="1989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000" b="0" kern="1200" dirty="0"/>
            <a:t>El dataset no contiene datos de usuarios</a:t>
          </a:r>
        </a:p>
      </dsp:txBody>
      <dsp:txXfrm>
        <a:off x="97095" y="142747"/>
        <a:ext cx="10506642" cy="1794810"/>
      </dsp:txXfrm>
    </dsp:sp>
    <dsp:sp modelId="{114806EA-1300-4543-91F8-E69A23B32136}">
      <dsp:nvSpPr>
        <dsp:cNvPr id="0" name=""/>
        <dsp:cNvSpPr/>
      </dsp:nvSpPr>
      <dsp:spPr>
        <a:xfrm>
          <a:off x="0" y="2178653"/>
          <a:ext cx="10700832" cy="1989000"/>
        </a:xfrm>
        <a:prstGeom prst="round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000" b="0" kern="1200" dirty="0"/>
            <a:t>Problema para la recomendación</a:t>
          </a:r>
        </a:p>
      </dsp:txBody>
      <dsp:txXfrm>
        <a:off x="97095" y="2275748"/>
        <a:ext cx="10506642" cy="1794810"/>
      </dsp:txXfrm>
    </dsp:sp>
    <dsp:sp modelId="{971349E6-9E39-4D74-98A3-DBEC6DBB6E28}">
      <dsp:nvSpPr>
        <dsp:cNvPr id="0" name=""/>
        <dsp:cNvSpPr/>
      </dsp:nvSpPr>
      <dsp:spPr>
        <a:xfrm>
          <a:off x="0" y="4167653"/>
          <a:ext cx="10700832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751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900" b="0" kern="1200" dirty="0"/>
            <a:t>No se puede usar el SR Demográfico</a:t>
          </a:r>
        </a:p>
      </dsp:txBody>
      <dsp:txXfrm>
        <a:off x="0" y="4167653"/>
        <a:ext cx="10700832" cy="828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CFF43-42E8-43C5-8326-163256B48747}">
      <dsp:nvSpPr>
        <dsp:cNvPr id="0" name=""/>
        <dsp:cNvSpPr/>
      </dsp:nvSpPr>
      <dsp:spPr>
        <a:xfrm>
          <a:off x="3692" y="259"/>
          <a:ext cx="4951673" cy="1389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Training set</a:t>
          </a:r>
          <a:endParaRPr lang="es-ES" sz="6000" kern="1200" dirty="0"/>
        </a:p>
      </dsp:txBody>
      <dsp:txXfrm>
        <a:off x="44384" y="40951"/>
        <a:ext cx="4870289" cy="1307940"/>
      </dsp:txXfrm>
    </dsp:sp>
    <dsp:sp modelId="{639CD853-9678-43DF-BA24-F360D6BC3397}">
      <dsp:nvSpPr>
        <dsp:cNvPr id="0" name=""/>
        <dsp:cNvSpPr/>
      </dsp:nvSpPr>
      <dsp:spPr>
        <a:xfrm>
          <a:off x="3692" y="1663352"/>
          <a:ext cx="4951673" cy="1389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Datos con los que se entrena el sistema. Simula la interacción de los usuarios con el sistema, hasta el momento actual </a:t>
          </a:r>
        </a:p>
      </dsp:txBody>
      <dsp:txXfrm>
        <a:off x="44384" y="1704044"/>
        <a:ext cx="4870289" cy="1307940"/>
      </dsp:txXfrm>
    </dsp:sp>
    <dsp:sp modelId="{6F76FA87-4EB5-4B7F-A764-85C58B78DB29}">
      <dsp:nvSpPr>
        <dsp:cNvPr id="0" name=""/>
        <dsp:cNvSpPr/>
      </dsp:nvSpPr>
      <dsp:spPr>
        <a:xfrm>
          <a:off x="5787247" y="259"/>
          <a:ext cx="4951673" cy="1389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 set</a:t>
          </a:r>
          <a:endParaRPr lang="es-ES" sz="6000" kern="1200" dirty="0"/>
        </a:p>
      </dsp:txBody>
      <dsp:txXfrm>
        <a:off x="5827939" y="40951"/>
        <a:ext cx="4870289" cy="1307940"/>
      </dsp:txXfrm>
    </dsp:sp>
    <dsp:sp modelId="{58A3C207-5B6D-461B-97B0-C41EF496228D}">
      <dsp:nvSpPr>
        <dsp:cNvPr id="0" name=""/>
        <dsp:cNvSpPr/>
      </dsp:nvSpPr>
      <dsp:spPr>
        <a:xfrm>
          <a:off x="5787247" y="1663352"/>
          <a:ext cx="4951673" cy="1389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Usado para obtener resultados sobre la bondad de la recomendación ofrecida</a:t>
          </a:r>
        </a:p>
      </dsp:txBody>
      <dsp:txXfrm>
        <a:off x="5827939" y="1704044"/>
        <a:ext cx="4870289" cy="13079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12164-7FAC-4218-970A-3D075D69B3E0}">
      <dsp:nvSpPr>
        <dsp:cNvPr id="0" name=""/>
        <dsp:cNvSpPr/>
      </dsp:nvSpPr>
      <dsp:spPr>
        <a:xfrm>
          <a:off x="718245" y="169"/>
          <a:ext cx="1959651" cy="195965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/>
            <a:t>Training set</a:t>
          </a:r>
        </a:p>
      </dsp:txBody>
      <dsp:txXfrm>
        <a:off x="1005229" y="287153"/>
        <a:ext cx="1385683" cy="1385683"/>
      </dsp:txXfrm>
    </dsp:sp>
    <dsp:sp modelId="{56493EF7-4EAE-47E0-8317-8A7057E2CD89}">
      <dsp:nvSpPr>
        <dsp:cNvPr id="0" name=""/>
        <dsp:cNvSpPr/>
      </dsp:nvSpPr>
      <dsp:spPr>
        <a:xfrm>
          <a:off x="2837020" y="411696"/>
          <a:ext cx="1136597" cy="1136597"/>
        </a:xfrm>
        <a:prstGeom prst="mathPlus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900" kern="1200"/>
        </a:p>
      </dsp:txBody>
      <dsp:txXfrm>
        <a:off x="2987676" y="846331"/>
        <a:ext cx="835285" cy="267327"/>
      </dsp:txXfrm>
    </dsp:sp>
    <dsp:sp modelId="{8ABF7229-1928-4DE9-BA1E-B65015AE77B4}">
      <dsp:nvSpPr>
        <dsp:cNvPr id="0" name=""/>
        <dsp:cNvSpPr/>
      </dsp:nvSpPr>
      <dsp:spPr>
        <a:xfrm>
          <a:off x="4132742" y="169"/>
          <a:ext cx="1959651" cy="195965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/>
            <a:t>Test set</a:t>
          </a:r>
        </a:p>
      </dsp:txBody>
      <dsp:txXfrm>
        <a:off x="4419726" y="287153"/>
        <a:ext cx="1385683" cy="1385683"/>
      </dsp:txXfrm>
    </dsp:sp>
    <dsp:sp modelId="{5CB41B71-1960-443B-92EC-B7424C43C2A3}">
      <dsp:nvSpPr>
        <dsp:cNvPr id="0" name=""/>
        <dsp:cNvSpPr/>
      </dsp:nvSpPr>
      <dsp:spPr>
        <a:xfrm>
          <a:off x="6251517" y="411696"/>
          <a:ext cx="1136597" cy="1136597"/>
        </a:xfrm>
        <a:prstGeom prst="mathEqual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500" kern="1200"/>
        </a:p>
      </dsp:txBody>
      <dsp:txXfrm>
        <a:off x="6402173" y="645835"/>
        <a:ext cx="835285" cy="668319"/>
      </dsp:txXfrm>
    </dsp:sp>
    <dsp:sp modelId="{A33D5786-7211-4ED5-BA43-6211043B56A6}">
      <dsp:nvSpPr>
        <dsp:cNvPr id="0" name=""/>
        <dsp:cNvSpPr/>
      </dsp:nvSpPr>
      <dsp:spPr>
        <a:xfrm>
          <a:off x="7547238" y="169"/>
          <a:ext cx="1959651" cy="195965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 dirty="0"/>
            <a:t>Dataset</a:t>
          </a:r>
        </a:p>
      </dsp:txBody>
      <dsp:txXfrm>
        <a:off x="7834222" y="287153"/>
        <a:ext cx="1385683" cy="138568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6EE85-6052-4A41-B3DC-AC868138109A}">
      <dsp:nvSpPr>
        <dsp:cNvPr id="0" name=""/>
        <dsp:cNvSpPr/>
      </dsp:nvSpPr>
      <dsp:spPr>
        <a:xfrm rot="16200000">
          <a:off x="2843943" y="-2843943"/>
          <a:ext cx="5041306" cy="10729192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0" tIns="0" rIns="41275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b="1" kern="1200" dirty="0"/>
            <a:t>Hacer la división del dataset</a:t>
          </a:r>
          <a:endParaRPr lang="es-ES" sz="6500" kern="1200" dirty="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5100" kern="1200" dirty="0"/>
            <a:t>Base o entrenamiento: 70%</a:t>
          </a:r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5100" kern="1200" dirty="0"/>
            <a:t>Test: 30%</a:t>
          </a:r>
        </a:p>
      </dsp:txBody>
      <dsp:txXfrm rot="5400000">
        <a:off x="0" y="1008261"/>
        <a:ext cx="10729192" cy="302478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E98E9F-1A08-4120-8388-A6AC3A7DB736}">
      <dsp:nvSpPr>
        <dsp:cNvPr id="0" name=""/>
        <dsp:cNvSpPr/>
      </dsp:nvSpPr>
      <dsp:spPr>
        <a:xfrm>
          <a:off x="2607" y="0"/>
          <a:ext cx="2558527" cy="47525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noProof="0" dirty="0">
              <a:effectLst/>
            </a:rPr>
            <a:t>Identificador de usuario</a:t>
          </a:r>
        </a:p>
      </dsp:txBody>
      <dsp:txXfrm>
        <a:off x="2607" y="0"/>
        <a:ext cx="2558527" cy="1425758"/>
      </dsp:txXfrm>
    </dsp:sp>
    <dsp:sp modelId="{A50A181C-1F2B-4F5F-8B0E-2F064FA0C331}">
      <dsp:nvSpPr>
        <dsp:cNvPr id="0" name=""/>
        <dsp:cNvSpPr/>
      </dsp:nvSpPr>
      <dsp:spPr>
        <a:xfrm>
          <a:off x="2753024" y="0"/>
          <a:ext cx="2558527" cy="47525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 noProof="0" dirty="0">
              <a:effectLst/>
            </a:rPr>
            <a:t>Modelo de preferencias del usuario</a:t>
          </a:r>
        </a:p>
      </dsp:txBody>
      <dsp:txXfrm>
        <a:off x="2753024" y="0"/>
        <a:ext cx="2558527" cy="1425758"/>
      </dsp:txXfrm>
    </dsp:sp>
    <dsp:sp modelId="{AD0BA1B7-57A2-403A-80FB-DB74C6B6EB24}">
      <dsp:nvSpPr>
        <dsp:cNvPr id="0" name=""/>
        <dsp:cNvSpPr/>
      </dsp:nvSpPr>
      <dsp:spPr>
        <a:xfrm>
          <a:off x="3008876" y="1425758"/>
          <a:ext cx="2046821" cy="3089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 noProof="0" dirty="0">
              <a:effectLst/>
            </a:rPr>
            <a:t>Preferencias</a:t>
          </a:r>
        </a:p>
      </dsp:txBody>
      <dsp:txXfrm>
        <a:off x="3068825" y="1485707"/>
        <a:ext cx="1926923" cy="2969245"/>
      </dsp:txXfrm>
    </dsp:sp>
    <dsp:sp modelId="{6B3FA7CC-2039-4D26-9A00-C1A21D97876E}">
      <dsp:nvSpPr>
        <dsp:cNvPr id="0" name=""/>
        <dsp:cNvSpPr/>
      </dsp:nvSpPr>
      <dsp:spPr>
        <a:xfrm>
          <a:off x="5503440" y="0"/>
          <a:ext cx="2558527" cy="47525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noProof="0" dirty="0">
              <a:effectLst/>
            </a:rPr>
            <a:t>Histórico de interacción del usuario con el sistema </a:t>
          </a:r>
        </a:p>
      </dsp:txBody>
      <dsp:txXfrm>
        <a:off x="5503440" y="0"/>
        <a:ext cx="2558527" cy="1425758"/>
      </dsp:txXfrm>
    </dsp:sp>
    <dsp:sp modelId="{560399E7-66E1-4BEF-9614-B2B41E537081}">
      <dsp:nvSpPr>
        <dsp:cNvPr id="0" name=""/>
        <dsp:cNvSpPr/>
      </dsp:nvSpPr>
      <dsp:spPr>
        <a:xfrm>
          <a:off x="5759293" y="1425758"/>
          <a:ext cx="2046821" cy="3089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533602"/>
                <a:satOff val="2618"/>
                <a:lumOff val="-4804"/>
                <a:alphaOff val="0"/>
                <a:shade val="51000"/>
                <a:satMod val="130000"/>
              </a:schemeClr>
            </a:gs>
            <a:gs pos="80000">
              <a:schemeClr val="accent2">
                <a:hueOff val="-4533602"/>
                <a:satOff val="2618"/>
                <a:lumOff val="-4804"/>
                <a:alphaOff val="0"/>
                <a:shade val="93000"/>
                <a:satMod val="130000"/>
              </a:schemeClr>
            </a:gs>
            <a:gs pos="100000">
              <a:schemeClr val="accent2">
                <a:hueOff val="-4533602"/>
                <a:satOff val="2618"/>
                <a:lumOff val="-480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kern="1200" noProof="0" dirty="0">
              <a:effectLst/>
            </a:rPr>
            <a:t>Conjunto de ítems puntuados por el usuario (y su ratio) del dataset de entrenamiento</a:t>
          </a:r>
        </a:p>
      </dsp:txBody>
      <dsp:txXfrm>
        <a:off x="5819242" y="1485707"/>
        <a:ext cx="1926923" cy="2969245"/>
      </dsp:txXfrm>
    </dsp:sp>
    <dsp:sp modelId="{C9131645-C3DF-4D8A-97C8-F2F18E60E276}">
      <dsp:nvSpPr>
        <dsp:cNvPr id="0" name=""/>
        <dsp:cNvSpPr/>
      </dsp:nvSpPr>
      <dsp:spPr>
        <a:xfrm>
          <a:off x="8253857" y="0"/>
          <a:ext cx="2558527" cy="47525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noProof="0" dirty="0">
              <a:effectLst/>
            </a:rPr>
            <a:t>Información interna del SR</a:t>
          </a:r>
        </a:p>
      </dsp:txBody>
      <dsp:txXfrm>
        <a:off x="8253857" y="0"/>
        <a:ext cx="2558527" cy="1425758"/>
      </dsp:txXfrm>
    </dsp:sp>
    <dsp:sp modelId="{195AD4F1-DEF2-403D-B249-AB5AB9AF3F9C}">
      <dsp:nvSpPr>
        <dsp:cNvPr id="0" name=""/>
        <dsp:cNvSpPr/>
      </dsp:nvSpPr>
      <dsp:spPr>
        <a:xfrm>
          <a:off x="8509710" y="1425758"/>
          <a:ext cx="2046821" cy="3089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kern="1200" noProof="0" dirty="0">
              <a:effectLst/>
            </a:rPr>
            <a:t>Información que el SR calcula, y que facilita el proceso de recomendación: vecinos,…</a:t>
          </a:r>
        </a:p>
      </dsp:txBody>
      <dsp:txXfrm>
        <a:off x="8569659" y="1485707"/>
        <a:ext cx="1926923" cy="296924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26854-3257-4A33-84FC-565F6DC32ECE}">
      <dsp:nvSpPr>
        <dsp:cNvPr id="0" name=""/>
        <dsp:cNvSpPr/>
      </dsp:nvSpPr>
      <dsp:spPr>
        <a:xfrm>
          <a:off x="5280" y="12"/>
          <a:ext cx="10804430" cy="21676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b="0" kern="1200" noProof="0" dirty="0">
              <a:effectLst/>
            </a:rPr>
            <a:t>Identificador de usuario</a:t>
          </a:r>
        </a:p>
      </dsp:txBody>
      <dsp:txXfrm>
        <a:off x="68770" y="63502"/>
        <a:ext cx="10677450" cy="2040713"/>
      </dsp:txXfrm>
    </dsp:sp>
    <dsp:sp modelId="{3B7FD035-BE0E-4DCE-BF52-D8FA70FB9191}">
      <dsp:nvSpPr>
        <dsp:cNvPr id="0" name=""/>
        <dsp:cNvSpPr/>
      </dsp:nvSpPr>
      <dsp:spPr>
        <a:xfrm>
          <a:off x="5280" y="2451894"/>
          <a:ext cx="10804430" cy="21676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800" b="0" kern="1200" noProof="0" dirty="0">
              <a:effectLst/>
            </a:rPr>
            <a:t>Se crea un perfil de usuario por cada uno de los usuarios que han puntuado ítems</a:t>
          </a:r>
        </a:p>
      </dsp:txBody>
      <dsp:txXfrm>
        <a:off x="68770" y="2515384"/>
        <a:ext cx="10677450" cy="204071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46047-3E45-4601-905D-4B2A7A3075AD}">
      <dsp:nvSpPr>
        <dsp:cNvPr id="0" name=""/>
        <dsp:cNvSpPr/>
      </dsp:nvSpPr>
      <dsp:spPr>
        <a:xfrm>
          <a:off x="625" y="852017"/>
          <a:ext cx="2440527" cy="146431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0" i="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Contiene el grado de interés del usuario en cada una de los 20 géneros de películas</a:t>
          </a:r>
        </a:p>
      </dsp:txBody>
      <dsp:txXfrm>
        <a:off x="625" y="852017"/>
        <a:ext cx="2440527" cy="1464316"/>
      </dsp:txXfrm>
    </dsp:sp>
    <dsp:sp modelId="{3FCC7A2B-0F72-4F97-B0C4-492679EC5AEA}">
      <dsp:nvSpPr>
        <dsp:cNvPr id="0" name=""/>
        <dsp:cNvSpPr/>
      </dsp:nvSpPr>
      <dsp:spPr>
        <a:xfrm>
          <a:off x="2685206" y="852017"/>
          <a:ext cx="2440527" cy="1464316"/>
        </a:xfrm>
        <a:prstGeom prst="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0" i="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 puede usar un vector, por ejemplo, donde la posición 0 represente el género 12,… y la posición 19, el género 10770</a:t>
          </a:r>
        </a:p>
      </dsp:txBody>
      <dsp:txXfrm>
        <a:off x="2685206" y="852017"/>
        <a:ext cx="2440527" cy="146431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656D8-7903-4F92-8351-CCC7EE708DCC}">
      <dsp:nvSpPr>
        <dsp:cNvPr id="0" name=""/>
        <dsp:cNvSpPr/>
      </dsp:nvSpPr>
      <dsp:spPr>
        <a:xfrm>
          <a:off x="1249" y="719462"/>
          <a:ext cx="5027338" cy="1256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800" kern="1200" dirty="0"/>
            <a:t>Usuario del dataset</a:t>
          </a:r>
        </a:p>
      </dsp:txBody>
      <dsp:txXfrm>
        <a:off x="38060" y="756273"/>
        <a:ext cx="4953716" cy="1183212"/>
      </dsp:txXfrm>
    </dsp:sp>
    <dsp:sp modelId="{0ECB16A6-A79F-473D-83B1-4A51C9E32329}">
      <dsp:nvSpPr>
        <dsp:cNvPr id="0" name=""/>
        <dsp:cNvSpPr/>
      </dsp:nvSpPr>
      <dsp:spPr>
        <a:xfrm rot="5400000">
          <a:off x="2404945" y="2086270"/>
          <a:ext cx="219946" cy="219946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5DA287-C369-4CFF-AEA8-A981909541E9}">
      <dsp:nvSpPr>
        <dsp:cNvPr id="0" name=""/>
        <dsp:cNvSpPr/>
      </dsp:nvSpPr>
      <dsp:spPr>
        <a:xfrm>
          <a:off x="1249" y="2416189"/>
          <a:ext cx="5027338" cy="1256834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Inferir las preferencias de las puntuaciones de películas del fichero de entrenamiento</a:t>
          </a:r>
        </a:p>
      </dsp:txBody>
      <dsp:txXfrm>
        <a:off x="38060" y="2453000"/>
        <a:ext cx="4953716" cy="1183212"/>
      </dsp:txXfrm>
    </dsp:sp>
    <dsp:sp modelId="{05F2F84D-4231-488F-B3D8-E1AE266FDA1E}">
      <dsp:nvSpPr>
        <dsp:cNvPr id="0" name=""/>
        <dsp:cNvSpPr/>
      </dsp:nvSpPr>
      <dsp:spPr>
        <a:xfrm>
          <a:off x="5732415" y="719462"/>
          <a:ext cx="5027338" cy="1256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800" kern="1200" dirty="0"/>
            <a:t>Usuario registrado</a:t>
          </a:r>
        </a:p>
      </dsp:txBody>
      <dsp:txXfrm>
        <a:off x="5769226" y="756273"/>
        <a:ext cx="4953716" cy="1183212"/>
      </dsp:txXfrm>
    </dsp:sp>
    <dsp:sp modelId="{615F3B5D-2F57-4D43-A1D3-61B14A67E608}">
      <dsp:nvSpPr>
        <dsp:cNvPr id="0" name=""/>
        <dsp:cNvSpPr/>
      </dsp:nvSpPr>
      <dsp:spPr>
        <a:xfrm rot="5400000">
          <a:off x="8136111" y="2086270"/>
          <a:ext cx="219946" cy="219946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62603-A23E-48D2-9086-2E66097BF260}">
      <dsp:nvSpPr>
        <dsp:cNvPr id="0" name=""/>
        <dsp:cNvSpPr/>
      </dsp:nvSpPr>
      <dsp:spPr>
        <a:xfrm>
          <a:off x="5732415" y="2416189"/>
          <a:ext cx="5027338" cy="1256834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Se piden las preferencias en el momento del registro</a:t>
          </a:r>
        </a:p>
      </dsp:txBody>
      <dsp:txXfrm>
        <a:off x="5769226" y="2453000"/>
        <a:ext cx="4953716" cy="118321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8BE4B4-FCE3-489C-B316-64B0DA92EABC}">
      <dsp:nvSpPr>
        <dsp:cNvPr id="0" name=""/>
        <dsp:cNvSpPr/>
      </dsp:nvSpPr>
      <dsp:spPr>
        <a:xfrm>
          <a:off x="0" y="10414"/>
          <a:ext cx="3362813" cy="20176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No disponemos de información sobre los gustos del usuario, por tanto habrá que inferirlo de las películas que ha puntuado</a:t>
          </a:r>
        </a:p>
      </dsp:txBody>
      <dsp:txXfrm>
        <a:off x="0" y="10414"/>
        <a:ext cx="3362813" cy="2017688"/>
      </dsp:txXfrm>
    </dsp:sp>
    <dsp:sp modelId="{26A46F80-ED25-4DA3-8A7A-4B61198516E4}">
      <dsp:nvSpPr>
        <dsp:cNvPr id="0" name=""/>
        <dsp:cNvSpPr/>
      </dsp:nvSpPr>
      <dsp:spPr>
        <a:xfrm>
          <a:off x="3699094" y="10414"/>
          <a:ext cx="3362813" cy="20176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Aconsejable convertir las puntuaciones del dataset a valores entre 0 y 100</a:t>
          </a:r>
        </a:p>
      </dsp:txBody>
      <dsp:txXfrm>
        <a:off x="3699094" y="10414"/>
        <a:ext cx="3362813" cy="2017688"/>
      </dsp:txXfrm>
    </dsp:sp>
    <dsp:sp modelId="{32B948DC-100C-4981-82A8-382F921507EA}">
      <dsp:nvSpPr>
        <dsp:cNvPr id="0" name=""/>
        <dsp:cNvSpPr/>
      </dsp:nvSpPr>
      <dsp:spPr>
        <a:xfrm>
          <a:off x="7398189" y="10414"/>
          <a:ext cx="3362813" cy="20176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Si un usuario no ha puntuado películas de esa categoría o si las ha puntuado mal, poner un 0</a:t>
          </a:r>
        </a:p>
      </dsp:txBody>
      <dsp:txXfrm>
        <a:off x="7398189" y="10414"/>
        <a:ext cx="3362813" cy="2017688"/>
      </dsp:txXfrm>
    </dsp:sp>
    <dsp:sp modelId="{63342F18-2D24-4542-A151-ACC9FB4707A7}">
      <dsp:nvSpPr>
        <dsp:cNvPr id="0" name=""/>
        <dsp:cNvSpPr/>
      </dsp:nvSpPr>
      <dsp:spPr>
        <a:xfrm>
          <a:off x="1849547" y="2364384"/>
          <a:ext cx="3362813" cy="20176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Decidir a partir de que valor se considera puntuar favorablemente y desfavorablemente</a:t>
          </a:r>
        </a:p>
      </dsp:txBody>
      <dsp:txXfrm>
        <a:off x="1849547" y="2364384"/>
        <a:ext cx="3362813" cy="2017688"/>
      </dsp:txXfrm>
    </dsp:sp>
    <dsp:sp modelId="{7E6C7D78-6DAD-462D-9E25-C280A34DFFEB}">
      <dsp:nvSpPr>
        <dsp:cNvPr id="0" name=""/>
        <dsp:cNvSpPr/>
      </dsp:nvSpPr>
      <dsp:spPr>
        <a:xfrm>
          <a:off x="5548642" y="2364384"/>
          <a:ext cx="3362813" cy="20176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Datos a tener en cuenta para obtener el ratio de interés del usuario en la preferencia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Nº de películas puntuadas clasificadas en la preferencia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Puntuaciones dadas a cada película</a:t>
          </a:r>
        </a:p>
      </dsp:txBody>
      <dsp:txXfrm>
        <a:off x="5548642" y="2364384"/>
        <a:ext cx="3362813" cy="201768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A7269-C7E2-4704-8039-7F7C17065DDE}">
      <dsp:nvSpPr>
        <dsp:cNvPr id="0" name=""/>
        <dsp:cNvSpPr/>
      </dsp:nvSpPr>
      <dsp:spPr>
        <a:xfrm>
          <a:off x="0" y="440659"/>
          <a:ext cx="10761002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Usar los datos de entrenamiento</a:t>
          </a:r>
        </a:p>
      </dsp:txBody>
      <dsp:txXfrm>
        <a:off x="30442" y="471101"/>
        <a:ext cx="10700118" cy="562726"/>
      </dsp:txXfrm>
    </dsp:sp>
    <dsp:sp modelId="{96301C82-E532-4F74-A74A-7E609D788D44}">
      <dsp:nvSpPr>
        <dsp:cNvPr id="0" name=""/>
        <dsp:cNvSpPr/>
      </dsp:nvSpPr>
      <dsp:spPr>
        <a:xfrm>
          <a:off x="0" y="1139149"/>
          <a:ext cx="10761002" cy="623610"/>
        </a:xfrm>
        <a:prstGeom prst="roundRect">
          <a:avLst/>
        </a:prstGeom>
        <a:gradFill rotWithShape="0">
          <a:gsLst>
            <a:gs pos="0">
              <a:schemeClr val="accent2">
                <a:hueOff val="-3022401"/>
                <a:satOff val="1745"/>
                <a:lumOff val="-3202"/>
                <a:alphaOff val="0"/>
                <a:shade val="51000"/>
                <a:satMod val="130000"/>
              </a:schemeClr>
            </a:gs>
            <a:gs pos="80000">
              <a:schemeClr val="accent2">
                <a:hueOff val="-3022401"/>
                <a:satOff val="1745"/>
                <a:lumOff val="-3202"/>
                <a:alphaOff val="0"/>
                <a:shade val="93000"/>
                <a:satMod val="130000"/>
              </a:schemeClr>
            </a:gs>
            <a:gs pos="100000">
              <a:schemeClr val="accent2">
                <a:hueOff val="-3022401"/>
                <a:satOff val="1745"/>
                <a:lumOff val="-32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Usar las películas que ha puntuado favorablemente</a:t>
          </a:r>
        </a:p>
      </dsp:txBody>
      <dsp:txXfrm>
        <a:off x="30442" y="1169591"/>
        <a:ext cx="10700118" cy="562726"/>
      </dsp:txXfrm>
    </dsp:sp>
    <dsp:sp modelId="{B6FCF7D3-CC31-4172-98DD-9A0AE9B09548}">
      <dsp:nvSpPr>
        <dsp:cNvPr id="0" name=""/>
        <dsp:cNvSpPr/>
      </dsp:nvSpPr>
      <dsp:spPr>
        <a:xfrm>
          <a:off x="0" y="1837639"/>
          <a:ext cx="10761002" cy="623610"/>
        </a:xfrm>
        <a:prstGeom prst="roundRect">
          <a:avLst/>
        </a:prstGeom>
        <a:gradFill rotWithShape="0">
          <a:gsLst>
            <a:gs pos="0">
              <a:schemeClr val="accent2">
                <a:hueOff val="-6044802"/>
                <a:satOff val="3491"/>
                <a:lumOff val="-6405"/>
                <a:alphaOff val="0"/>
                <a:shade val="51000"/>
                <a:satMod val="130000"/>
              </a:schemeClr>
            </a:gs>
            <a:gs pos="80000">
              <a:schemeClr val="accent2">
                <a:hueOff val="-6044802"/>
                <a:satOff val="3491"/>
                <a:lumOff val="-6405"/>
                <a:alphaOff val="0"/>
                <a:shade val="93000"/>
                <a:satMod val="130000"/>
              </a:schemeClr>
            </a:gs>
            <a:gs pos="100000">
              <a:schemeClr val="accent2">
                <a:hueOff val="-6044802"/>
                <a:satOff val="3491"/>
                <a:lumOff val="-640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Obtener cuales son las categorías en las que están clasificadas esas películas</a:t>
          </a:r>
        </a:p>
      </dsp:txBody>
      <dsp:txXfrm>
        <a:off x="30442" y="1868081"/>
        <a:ext cx="10700118" cy="562726"/>
      </dsp:txXfrm>
    </dsp:sp>
    <dsp:sp modelId="{AA203416-BF07-4618-A655-D808A763120B}">
      <dsp:nvSpPr>
        <dsp:cNvPr id="0" name=""/>
        <dsp:cNvSpPr/>
      </dsp:nvSpPr>
      <dsp:spPr>
        <a:xfrm>
          <a:off x="0" y="2536129"/>
          <a:ext cx="10761002" cy="623610"/>
        </a:xfrm>
        <a:prstGeom prst="round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Obtener el ratio de interés del usuario en la categoría</a:t>
          </a:r>
        </a:p>
      </dsp:txBody>
      <dsp:txXfrm>
        <a:off x="30442" y="2566571"/>
        <a:ext cx="10700118" cy="56272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5087C5-2202-4F23-BAB4-DA9CDE863552}">
      <dsp:nvSpPr>
        <dsp:cNvPr id="0" name=""/>
        <dsp:cNvSpPr/>
      </dsp:nvSpPr>
      <dsp:spPr>
        <a:xfrm>
          <a:off x="1570497" y="979"/>
          <a:ext cx="3654284" cy="219257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noProof="0" dirty="0">
              <a:effectLst/>
            </a:rPr>
            <a:t>Histórico de interacción del usuario con el sistema</a:t>
          </a:r>
        </a:p>
      </dsp:txBody>
      <dsp:txXfrm>
        <a:off x="1570497" y="979"/>
        <a:ext cx="3654284" cy="2192570"/>
      </dsp:txXfrm>
    </dsp:sp>
    <dsp:sp modelId="{DF5C7363-0ABD-4BD0-BAEA-542EDCC92073}">
      <dsp:nvSpPr>
        <dsp:cNvPr id="0" name=""/>
        <dsp:cNvSpPr/>
      </dsp:nvSpPr>
      <dsp:spPr>
        <a:xfrm>
          <a:off x="5590210" y="979"/>
          <a:ext cx="3654284" cy="2192570"/>
        </a:xfrm>
        <a:prstGeom prst="rect">
          <a:avLst/>
        </a:prstGeom>
        <a:gradFill rotWithShape="0">
          <a:gsLst>
            <a:gs pos="0">
              <a:schemeClr val="accent2">
                <a:hueOff val="-3022401"/>
                <a:satOff val="1745"/>
                <a:lumOff val="-3202"/>
                <a:alphaOff val="0"/>
                <a:shade val="51000"/>
                <a:satMod val="130000"/>
              </a:schemeClr>
            </a:gs>
            <a:gs pos="80000">
              <a:schemeClr val="accent2">
                <a:hueOff val="-3022401"/>
                <a:satOff val="1745"/>
                <a:lumOff val="-3202"/>
                <a:alphaOff val="0"/>
                <a:shade val="93000"/>
                <a:satMod val="130000"/>
              </a:schemeClr>
            </a:gs>
            <a:gs pos="100000">
              <a:schemeClr val="accent2">
                <a:hueOff val="-3022401"/>
                <a:satOff val="1745"/>
                <a:lumOff val="-32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noProof="0" dirty="0">
              <a:effectLst/>
            </a:rPr>
            <a:t> Usar solo el fichero de entrenamiento</a:t>
          </a:r>
        </a:p>
      </dsp:txBody>
      <dsp:txXfrm>
        <a:off x="5590210" y="979"/>
        <a:ext cx="3654284" cy="2192570"/>
      </dsp:txXfrm>
    </dsp:sp>
    <dsp:sp modelId="{7C9FB076-376D-42B4-A02F-D42A4A821B3E}">
      <dsp:nvSpPr>
        <dsp:cNvPr id="0" name=""/>
        <dsp:cNvSpPr/>
      </dsp:nvSpPr>
      <dsp:spPr>
        <a:xfrm>
          <a:off x="1570497" y="2558978"/>
          <a:ext cx="3654284" cy="2192570"/>
        </a:xfrm>
        <a:prstGeom prst="rect">
          <a:avLst/>
        </a:prstGeom>
        <a:gradFill rotWithShape="0">
          <a:gsLst>
            <a:gs pos="0">
              <a:schemeClr val="accent2">
                <a:hueOff val="-6044802"/>
                <a:satOff val="3491"/>
                <a:lumOff val="-6405"/>
                <a:alphaOff val="0"/>
                <a:shade val="51000"/>
                <a:satMod val="130000"/>
              </a:schemeClr>
            </a:gs>
            <a:gs pos="80000">
              <a:schemeClr val="accent2">
                <a:hueOff val="-6044802"/>
                <a:satOff val="3491"/>
                <a:lumOff val="-6405"/>
                <a:alphaOff val="0"/>
                <a:shade val="93000"/>
                <a:satMod val="130000"/>
              </a:schemeClr>
            </a:gs>
            <a:gs pos="100000">
              <a:schemeClr val="accent2">
                <a:hueOff val="-6044802"/>
                <a:satOff val="3491"/>
                <a:lumOff val="-640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noProof="0" dirty="0">
              <a:effectLst/>
            </a:rPr>
            <a:t>Almacenar en el histórico las películas vistas por el usuario, junto con su puntuación</a:t>
          </a:r>
        </a:p>
      </dsp:txBody>
      <dsp:txXfrm>
        <a:off x="1570497" y="2558978"/>
        <a:ext cx="3654284" cy="2192570"/>
      </dsp:txXfrm>
    </dsp:sp>
    <dsp:sp modelId="{74D01675-92CC-4B22-A0F7-42C512A097E1}">
      <dsp:nvSpPr>
        <dsp:cNvPr id="0" name=""/>
        <dsp:cNvSpPr/>
      </dsp:nvSpPr>
      <dsp:spPr>
        <a:xfrm>
          <a:off x="5590210" y="2558978"/>
          <a:ext cx="3654284" cy="2192570"/>
        </a:xfrm>
        <a:prstGeom prst="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noProof="0" dirty="0">
              <a:effectLst/>
            </a:rPr>
            <a:t>La puntuación es un valor entre 0.5 y 5</a:t>
          </a:r>
        </a:p>
      </dsp:txBody>
      <dsp:txXfrm>
        <a:off x="5590210" y="2558978"/>
        <a:ext cx="3654284" cy="219257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BA4C33-D125-43B0-97C9-35A4E861F35F}">
      <dsp:nvSpPr>
        <dsp:cNvPr id="0" name=""/>
        <dsp:cNvSpPr/>
      </dsp:nvSpPr>
      <dsp:spPr>
        <a:xfrm>
          <a:off x="0" y="60555"/>
          <a:ext cx="10814992" cy="8640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0" kern="1200" noProof="0" dirty="0">
              <a:effectLst/>
            </a:rPr>
            <a:t>Información interna del SR</a:t>
          </a:r>
        </a:p>
      </dsp:txBody>
      <dsp:txXfrm>
        <a:off x="0" y="60555"/>
        <a:ext cx="10814992" cy="864000"/>
      </dsp:txXfrm>
    </dsp:sp>
    <dsp:sp modelId="{CCD1D5A2-1FD5-40CD-BE1C-C310A02FC819}">
      <dsp:nvSpPr>
        <dsp:cNvPr id="0" name=""/>
        <dsp:cNvSpPr/>
      </dsp:nvSpPr>
      <dsp:spPr>
        <a:xfrm>
          <a:off x="0" y="924555"/>
          <a:ext cx="10814992" cy="36234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000" b="0" kern="1200" noProof="0" dirty="0">
              <a:effectLst/>
            </a:rPr>
            <a:t>Los SR necesitan almacenar información para posteriormente, calcular la recomendación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000" b="0" kern="1200" noProof="0" dirty="0">
              <a:effectLst/>
            </a:rPr>
            <a:t>Facilita y hace más rápido el proceso de recomendación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000" b="0" kern="1200" noProof="0" dirty="0">
              <a:effectLst/>
            </a:rPr>
            <a:t>Se va a utilizar, sobre todo, en el SR Colaborativo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000" b="0" kern="1200" noProof="0" dirty="0">
              <a:effectLst/>
            </a:rPr>
            <a:t>Contiene la información de los usuarios que son vecinos del usuario actual (usuarios con mayor grado de afinidad)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000" b="0" kern="1200" noProof="0" dirty="0">
              <a:effectLst/>
            </a:rPr>
            <a:t>Inicialmente, no hay información interna</a:t>
          </a:r>
        </a:p>
      </dsp:txBody>
      <dsp:txXfrm>
        <a:off x="0" y="924555"/>
        <a:ext cx="10814992" cy="36234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22A1B-F71E-4981-8F2D-22C4B08FD169}">
      <dsp:nvSpPr>
        <dsp:cNvPr id="0" name=""/>
        <dsp:cNvSpPr/>
      </dsp:nvSpPr>
      <dsp:spPr>
        <a:xfrm>
          <a:off x="1220" y="1741"/>
          <a:ext cx="10637392" cy="8663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b="0" kern="1200" noProof="0" dirty="0">
              <a:effectLst/>
            </a:rPr>
            <a:t>Información interna del SR Colaborativo: vecinos </a:t>
          </a:r>
        </a:p>
      </dsp:txBody>
      <dsp:txXfrm>
        <a:off x="26595" y="27116"/>
        <a:ext cx="10586642" cy="815631"/>
      </dsp:txXfrm>
    </dsp:sp>
    <dsp:sp modelId="{82DA05E1-EB5D-4409-B174-9BD48FF7109D}">
      <dsp:nvSpPr>
        <dsp:cNvPr id="0" name=""/>
        <dsp:cNvSpPr/>
      </dsp:nvSpPr>
      <dsp:spPr>
        <a:xfrm>
          <a:off x="1220" y="1042973"/>
          <a:ext cx="3402876" cy="8663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noProof="0" dirty="0">
              <a:effectLst/>
            </a:rPr>
            <a:t>Número de vecinos del usuario</a:t>
          </a:r>
        </a:p>
      </dsp:txBody>
      <dsp:txXfrm>
        <a:off x="26595" y="1068348"/>
        <a:ext cx="3352126" cy="815631"/>
      </dsp:txXfrm>
    </dsp:sp>
    <dsp:sp modelId="{4D236F13-20CB-4651-B17D-E1BC626DD82C}">
      <dsp:nvSpPr>
        <dsp:cNvPr id="0" name=""/>
        <dsp:cNvSpPr/>
      </dsp:nvSpPr>
      <dsp:spPr>
        <a:xfrm>
          <a:off x="3689939" y="1042973"/>
          <a:ext cx="6948674" cy="8663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noProof="0" dirty="0">
              <a:effectLst/>
            </a:rPr>
            <a:t>Para cada vecino</a:t>
          </a:r>
        </a:p>
      </dsp:txBody>
      <dsp:txXfrm>
        <a:off x="3715314" y="1068348"/>
        <a:ext cx="6897924" cy="815631"/>
      </dsp:txXfrm>
    </dsp:sp>
    <dsp:sp modelId="{C304C60B-C6CB-4C58-A728-DE7DFB0CC869}">
      <dsp:nvSpPr>
        <dsp:cNvPr id="0" name=""/>
        <dsp:cNvSpPr/>
      </dsp:nvSpPr>
      <dsp:spPr>
        <a:xfrm>
          <a:off x="3689939" y="2084205"/>
          <a:ext cx="3402876" cy="8663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noProof="0" dirty="0">
              <a:effectLst/>
            </a:rPr>
            <a:t>Identificador</a:t>
          </a:r>
        </a:p>
      </dsp:txBody>
      <dsp:txXfrm>
        <a:off x="3715314" y="2109580"/>
        <a:ext cx="3352126" cy="815631"/>
      </dsp:txXfrm>
    </dsp:sp>
    <dsp:sp modelId="{6F1C857C-B261-4B81-A7F0-689490D996E7}">
      <dsp:nvSpPr>
        <dsp:cNvPr id="0" name=""/>
        <dsp:cNvSpPr/>
      </dsp:nvSpPr>
      <dsp:spPr>
        <a:xfrm>
          <a:off x="7235736" y="2084205"/>
          <a:ext cx="3402876" cy="8663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noProof="0" dirty="0">
              <a:effectLst/>
            </a:rPr>
            <a:t>Grado de afinidad con el vecino (valor entre 0 y 100)</a:t>
          </a:r>
        </a:p>
      </dsp:txBody>
      <dsp:txXfrm>
        <a:off x="7261111" y="2109580"/>
        <a:ext cx="3352126" cy="81563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89BA7-5A9C-4C6B-82E7-7F4CEC0EE516}">
      <dsp:nvSpPr>
        <dsp:cNvPr id="0" name=""/>
        <dsp:cNvSpPr/>
      </dsp:nvSpPr>
      <dsp:spPr>
        <a:xfrm>
          <a:off x="4095" y="204451"/>
          <a:ext cx="5423821" cy="1782000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0" kern="1200" noProof="0" dirty="0">
              <a:effectLst/>
            </a:rPr>
            <a:t>Lista de ítems recomendados a un usuario</a:t>
          </a:r>
        </a:p>
      </dsp:txBody>
      <dsp:txXfrm>
        <a:off x="895095" y="204451"/>
        <a:ext cx="3641821" cy="1782000"/>
      </dsp:txXfrm>
    </dsp:sp>
    <dsp:sp modelId="{271B0167-3EBA-44E3-982B-013EFEBABCC0}">
      <dsp:nvSpPr>
        <dsp:cNvPr id="0" name=""/>
        <dsp:cNvSpPr/>
      </dsp:nvSpPr>
      <dsp:spPr>
        <a:xfrm>
          <a:off x="4095" y="2209201"/>
          <a:ext cx="4339057" cy="233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300" b="0" kern="1200" noProof="0" dirty="0">
              <a:effectLst/>
            </a:rPr>
            <a:t>Lista que contiene todas las películas que el usuario no ha visto (no están en su histórico)</a:t>
          </a:r>
        </a:p>
      </dsp:txBody>
      <dsp:txXfrm>
        <a:off x="4095" y="2209201"/>
        <a:ext cx="4339057" cy="2338875"/>
      </dsp:txXfrm>
    </dsp:sp>
    <dsp:sp modelId="{EA1C3493-A42E-47DB-823D-614B011EB680}">
      <dsp:nvSpPr>
        <dsp:cNvPr id="0" name=""/>
        <dsp:cNvSpPr/>
      </dsp:nvSpPr>
      <dsp:spPr>
        <a:xfrm>
          <a:off x="5211917" y="204451"/>
          <a:ext cx="5423821" cy="1782000"/>
        </a:xfrm>
        <a:prstGeom prst="chevron">
          <a:avLst/>
        </a:prstGeom>
        <a:gradFill rotWithShape="0">
          <a:gsLst>
            <a:gs pos="0">
              <a:schemeClr val="accent3">
                <a:hueOff val="-5580972"/>
                <a:satOff val="-30571"/>
                <a:lumOff val="9412"/>
                <a:alphaOff val="0"/>
                <a:shade val="51000"/>
                <a:satMod val="130000"/>
              </a:schemeClr>
            </a:gs>
            <a:gs pos="80000">
              <a:schemeClr val="accent3">
                <a:hueOff val="-5580972"/>
                <a:satOff val="-30571"/>
                <a:lumOff val="9412"/>
                <a:alphaOff val="0"/>
                <a:shade val="93000"/>
                <a:satMod val="130000"/>
              </a:schemeClr>
            </a:gs>
            <a:gs pos="100000">
              <a:schemeClr val="accent3">
                <a:hueOff val="-5580972"/>
                <a:satOff val="-30571"/>
                <a:lumOff val="941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0" kern="1200" noProof="0">
              <a:effectLst/>
            </a:rPr>
            <a:t>Lista </a:t>
          </a:r>
          <a:r>
            <a:rPr lang="es-ES" sz="3300" b="0" kern="1200" noProof="0" dirty="0">
              <a:effectLst/>
            </a:rPr>
            <a:t>de ítems recomendados para un grupo</a:t>
          </a:r>
        </a:p>
      </dsp:txBody>
      <dsp:txXfrm>
        <a:off x="6102917" y="204451"/>
        <a:ext cx="3641821" cy="1782000"/>
      </dsp:txXfrm>
    </dsp:sp>
    <dsp:sp modelId="{D4387364-5441-45BE-8403-1689003655AA}">
      <dsp:nvSpPr>
        <dsp:cNvPr id="0" name=""/>
        <dsp:cNvSpPr/>
      </dsp:nvSpPr>
      <dsp:spPr>
        <a:xfrm>
          <a:off x="5211917" y="2209201"/>
          <a:ext cx="4339057" cy="233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300" b="0" kern="1200" noProof="0" dirty="0">
              <a:effectLst/>
            </a:rPr>
            <a:t>Lista que contiene todas las películas que ningún usuario del grupo ha visto (no están en sus históricos)</a:t>
          </a:r>
        </a:p>
      </dsp:txBody>
      <dsp:txXfrm>
        <a:off x="5211917" y="2209201"/>
        <a:ext cx="4339057" cy="233887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3DBC9-3AD8-4A81-B322-73B06100D06B}">
      <dsp:nvSpPr>
        <dsp:cNvPr id="0" name=""/>
        <dsp:cNvSpPr/>
      </dsp:nvSpPr>
      <dsp:spPr>
        <a:xfrm>
          <a:off x="0" y="56086"/>
          <a:ext cx="10639834" cy="887445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b="0" kern="1200" noProof="0" dirty="0">
              <a:effectLst/>
            </a:rPr>
            <a:t>Lista de ítems recomendados</a:t>
          </a:r>
        </a:p>
      </dsp:txBody>
      <dsp:txXfrm>
        <a:off x="43321" y="99407"/>
        <a:ext cx="10553192" cy="800803"/>
      </dsp:txXfrm>
    </dsp:sp>
    <dsp:sp modelId="{5AEA8917-3277-4DAE-B7B3-EFC07A055433}">
      <dsp:nvSpPr>
        <dsp:cNvPr id="0" name=""/>
        <dsp:cNvSpPr/>
      </dsp:nvSpPr>
      <dsp:spPr>
        <a:xfrm>
          <a:off x="0" y="943531"/>
          <a:ext cx="10639834" cy="3752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7815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b="0" kern="1200" noProof="0" dirty="0">
              <a:effectLst/>
            </a:rPr>
            <a:t>Para cada película debe aparecer: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b="0" kern="1200" noProof="0" dirty="0">
              <a:effectLst/>
            </a:rPr>
            <a:t>Identificador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b="0" kern="1200" noProof="0" dirty="0">
              <a:effectLst/>
            </a:rPr>
            <a:t>Ratio de interés del usuario en la película (calculado por la recomendación)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b="0" kern="1200" noProof="0" dirty="0">
              <a:effectLst/>
            </a:rPr>
            <a:t>La lista debe estar ordenada por ratio de interés (de mayor a menor)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b="0" kern="1200" noProof="0" dirty="0">
              <a:effectLst/>
            </a:rPr>
            <a:t>La interfaz de la aplicación mostrará por pantalla los N primeros elementos de la lista (el valor de N lo decidís vosotros)</a:t>
          </a:r>
        </a:p>
      </dsp:txBody>
      <dsp:txXfrm>
        <a:off x="0" y="943531"/>
        <a:ext cx="10639834" cy="375291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4ACAF-1478-42D7-A070-D95ED3C1A32E}">
      <dsp:nvSpPr>
        <dsp:cNvPr id="0" name=""/>
        <dsp:cNvSpPr/>
      </dsp:nvSpPr>
      <dsp:spPr>
        <a:xfrm>
          <a:off x="0" y="0"/>
          <a:ext cx="682341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F6DB49-965B-436F-A18A-1F40E2ED2CB4}">
      <dsp:nvSpPr>
        <dsp:cNvPr id="0" name=""/>
        <dsp:cNvSpPr/>
      </dsp:nvSpPr>
      <dsp:spPr>
        <a:xfrm>
          <a:off x="0" y="0"/>
          <a:ext cx="6823410" cy="2376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b="0" kern="1200" noProof="0" dirty="0">
              <a:effectLst/>
            </a:rPr>
            <a:t>Al haber eliminado películas del fichero películas.csv, el resto de ficheros pueden hacer referencia a películas que no existen</a:t>
          </a:r>
        </a:p>
      </dsp:txBody>
      <dsp:txXfrm>
        <a:off x="0" y="0"/>
        <a:ext cx="6823410" cy="2376264"/>
      </dsp:txXfrm>
    </dsp:sp>
    <dsp:sp modelId="{2511DBDD-D019-4D02-B99D-7E20A2C0B511}">
      <dsp:nvSpPr>
        <dsp:cNvPr id="0" name=""/>
        <dsp:cNvSpPr/>
      </dsp:nvSpPr>
      <dsp:spPr>
        <a:xfrm>
          <a:off x="0" y="2376264"/>
          <a:ext cx="6823410" cy="0"/>
        </a:xfrm>
        <a:prstGeom prst="line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9067203"/>
              <a:satOff val="5236"/>
              <a:lumOff val="-960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AB9F44-EA94-4170-B944-10E05F30A035}">
      <dsp:nvSpPr>
        <dsp:cNvPr id="0" name=""/>
        <dsp:cNvSpPr/>
      </dsp:nvSpPr>
      <dsp:spPr>
        <a:xfrm>
          <a:off x="0" y="2376264"/>
          <a:ext cx="6823410" cy="2376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b="0" kern="1200" noProof="0" dirty="0">
              <a:effectLst/>
            </a:rPr>
            <a:t>Cuando los datos se hayan introducido en la aplicación, no pueden haber datos inconsistentes</a:t>
          </a:r>
        </a:p>
      </dsp:txBody>
      <dsp:txXfrm>
        <a:off x="0" y="2376264"/>
        <a:ext cx="6823410" cy="237626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B5017-929E-432A-94F5-AAF0220022C7}">
      <dsp:nvSpPr>
        <dsp:cNvPr id="0" name=""/>
        <dsp:cNvSpPr/>
      </dsp:nvSpPr>
      <dsp:spPr>
        <a:xfrm>
          <a:off x="-5372847" y="-822834"/>
          <a:ext cx="6398197" cy="6398197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952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A1B7BC-EAC9-4E01-BE9B-F77015494CAD}">
      <dsp:nvSpPr>
        <dsp:cNvPr id="0" name=""/>
        <dsp:cNvSpPr/>
      </dsp:nvSpPr>
      <dsp:spPr>
        <a:xfrm>
          <a:off x="659650" y="475252"/>
          <a:ext cx="9914598" cy="9505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5446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b="0" kern="1200" noProof="0">
              <a:effectLst/>
            </a:rPr>
            <a:t>Dividir el fichero de ratings en entrenamiento y test</a:t>
          </a:r>
          <a:endParaRPr lang="es-ES" sz="3400" b="0" kern="1200" noProof="0" dirty="0">
            <a:effectLst/>
          </a:endParaRPr>
        </a:p>
      </dsp:txBody>
      <dsp:txXfrm>
        <a:off x="659650" y="475252"/>
        <a:ext cx="9914598" cy="950505"/>
      </dsp:txXfrm>
    </dsp:sp>
    <dsp:sp modelId="{3391CBBC-9A36-4257-AE00-21407D73F890}">
      <dsp:nvSpPr>
        <dsp:cNvPr id="0" name=""/>
        <dsp:cNvSpPr/>
      </dsp:nvSpPr>
      <dsp:spPr>
        <a:xfrm>
          <a:off x="65584" y="356439"/>
          <a:ext cx="1188132" cy="11881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FF55B-D472-4EEB-8043-C74EAF39E91D}">
      <dsp:nvSpPr>
        <dsp:cNvPr id="0" name=""/>
        <dsp:cNvSpPr/>
      </dsp:nvSpPr>
      <dsp:spPr>
        <a:xfrm>
          <a:off x="1005159" y="1901011"/>
          <a:ext cx="9569089" cy="9505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5446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b="0" kern="1200" noProof="0" dirty="0">
              <a:effectLst/>
            </a:rPr>
            <a:t>Crear y rellenar los perfiles de usuario</a:t>
          </a:r>
        </a:p>
      </dsp:txBody>
      <dsp:txXfrm>
        <a:off x="1005159" y="1901011"/>
        <a:ext cx="9569089" cy="950505"/>
      </dsp:txXfrm>
    </dsp:sp>
    <dsp:sp modelId="{7FDD47A8-312F-424B-9F11-EB92EC55AA8D}">
      <dsp:nvSpPr>
        <dsp:cNvPr id="0" name=""/>
        <dsp:cNvSpPr/>
      </dsp:nvSpPr>
      <dsp:spPr>
        <a:xfrm>
          <a:off x="411093" y="1782198"/>
          <a:ext cx="1188132" cy="11881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1005A-A324-47FA-B428-5146EAB1B5D1}">
      <dsp:nvSpPr>
        <dsp:cNvPr id="0" name=""/>
        <dsp:cNvSpPr/>
      </dsp:nvSpPr>
      <dsp:spPr>
        <a:xfrm>
          <a:off x="659650" y="3326769"/>
          <a:ext cx="9914598" cy="9505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5446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b="0" kern="1200" noProof="0" dirty="0">
              <a:effectLst/>
            </a:rPr>
            <a:t>Almacenar los datos de las películas</a:t>
          </a:r>
        </a:p>
      </dsp:txBody>
      <dsp:txXfrm>
        <a:off x="659650" y="3326769"/>
        <a:ext cx="9914598" cy="950505"/>
      </dsp:txXfrm>
    </dsp:sp>
    <dsp:sp modelId="{2EAE346B-5474-49F7-ACDA-38126C9065E4}">
      <dsp:nvSpPr>
        <dsp:cNvPr id="0" name=""/>
        <dsp:cNvSpPr/>
      </dsp:nvSpPr>
      <dsp:spPr>
        <a:xfrm>
          <a:off x="65584" y="3207956"/>
          <a:ext cx="1188132" cy="11881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8DB559ED-0002-4D23-858F-9DA818BA4ACB}" type="datetimeFigureOut">
              <a:rPr lang="es-ES" smtClean="0"/>
              <a:pPr/>
              <a:t>13/02/2026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C1B891C-D958-45CA-B49D-A7F6CF1DC8B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098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Haga clic para modificar el estilo de texto del patrón</a:t>
            </a:r>
          </a:p>
          <a:p>
            <a:pPr lvl="1"/>
            <a:r>
              <a:rPr lang="en-US" noProof="0"/>
              <a:t>Segundo nivel</a:t>
            </a:r>
          </a:p>
          <a:p>
            <a:pPr lvl="2"/>
            <a:r>
              <a:rPr lang="en-US" noProof="0"/>
              <a:t>Tercer nivel</a:t>
            </a:r>
          </a:p>
          <a:p>
            <a:pPr lvl="3"/>
            <a:r>
              <a:rPr lang="en-US" noProof="0"/>
              <a:t>Cuarto nivel</a:t>
            </a:r>
          </a:p>
          <a:p>
            <a:pPr lvl="4"/>
            <a:r>
              <a:rPr lang="en-US" noProof="0"/>
              <a:t>Quinto nivel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fld id="{6E36B0E3-E1AB-4777-B361-ECDB96F0504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7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0102CB-AD0F-451C-9988-BA2FBD35DE8E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9584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23F44-5E82-41AF-8C16-03F67736D3F6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5264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23F44-5E82-41AF-8C16-03F67736D3F6}" type="slidenum">
              <a:rPr lang="es-ES" smtClean="0"/>
              <a:pPr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32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23F44-5E82-41AF-8C16-03F67736D3F6}" type="slidenum">
              <a:rPr lang="es-ES" smtClean="0"/>
              <a:pPr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508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23F44-5E82-41AF-8C16-03F67736D3F6}" type="slidenum">
              <a:rPr lang="es-ES" smtClean="0"/>
              <a:pPr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74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23F44-5E82-41AF-8C16-03F67736D3F6}" type="slidenum">
              <a:rPr lang="es-ES" smtClean="0"/>
              <a:pPr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800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 bwMode="auto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6034" y="1600200"/>
            <a:ext cx="9446684" cy="1066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Haga clic para cambiar el estilo de título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06034" y="2819400"/>
            <a:ext cx="7008284" cy="1143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Haga clic para modificar el estilo de subtítulo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49FC6F-DCC1-4A71-BB12-47FC57FAF98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D33CF-9B1A-43E0-B786-4FF2CF298EB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C1704-7A90-483D-A26D-07F49D0DA03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706033" y="1600201"/>
            <a:ext cx="340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12833" y="1600201"/>
            <a:ext cx="340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B655E-4C6B-4DD3-8EA6-605B6B6A2E4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493CF-6478-4E49-8694-2AAF230D104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F3128-D2C5-4B8C-B667-9C626AAA7BC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D5EF8-0D97-4B0C-841B-2D4AA03CEB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E35DD-FDA5-4799-8202-100FAACE8C2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C3EC6-EC9B-4E14-8C3B-0D448BDD970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B4686-4A93-4D22-9F24-B358B7873A5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792633" y="685801"/>
            <a:ext cx="2362200" cy="54403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706033" y="685801"/>
            <a:ext cx="6883400" cy="544036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5188F-B7A1-444B-9716-D93B5B9BEDE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304800" y="2889251"/>
            <a:ext cx="114808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 sz="2800"/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 sz="2800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 sz="2800"/>
            </a:p>
          </p:txBody>
        </p:sp>
      </p:grpSp>
      <p:sp>
        <p:nvSpPr>
          <p:cNvPr id="48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s-ES"/>
              <a:t>Haga clic para cambiar el estilo de título	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70250"/>
            <a:ext cx="85344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74777D-AEB0-4B1E-8CB0-EE3A48BCF0F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029DD1-F513-4D60-AAC6-BD0102D870C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DF12C-3C34-4CE1-BF38-96542194A05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01178-0026-4AD6-9B1C-BBEA388C847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59FE9-70EE-4944-BB4A-A4B23A97F61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A1385-EA17-4907-936F-14DDE4F005B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BA255-1065-46C4-8C3A-D6620CEB241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A2F13-FEFB-4581-9FBB-7778F2F7AAF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99CCE-0279-4AD0-9B0B-D42DA6E096C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544DC-C45B-42DC-B802-3CB93EB1CF0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2282B-10E9-409B-A1C4-B4C89057AD4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s-E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D8CDA6-2A87-4D03-ACF7-F1C8C521A42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NUL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06033" y="685800"/>
            <a:ext cx="94488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Haga clic para cambiar el estilo de título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06033" y="1600201"/>
            <a:ext cx="7010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29375"/>
            <a:ext cx="28448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29375"/>
            <a:ext cx="38608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29375"/>
            <a:ext cx="28448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fld id="{99C16B25-57C5-4699-9D73-8709DF27C26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smtClean="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000" smtClean="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smtClean="0">
                <a:latin typeface="+mn-lt"/>
              </a:defRPr>
            </a:lvl1pPr>
          </a:lstStyle>
          <a:p>
            <a:pPr>
              <a:defRPr/>
            </a:pPr>
            <a:fld id="{2E952B66-E623-4024-A8EB-0A18EC813FD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s-ES" sz="2400">
              <a:latin typeface="Times New Roman" pitchFamily="18" charset="0"/>
            </a:endParaRPr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>
            <a:off x="609600" y="1447800"/>
            <a:ext cx="107696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 sz="2800"/>
          </a:p>
        </p:txBody>
      </p:sp>
      <p:sp>
        <p:nvSpPr>
          <p:cNvPr id="47113" name="Rectangle 9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s-ES" sz="2400">
              <a:latin typeface="Times New Roman" pitchFamily="18" charset="0"/>
            </a:endParaRPr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s-ES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22.xml"/><Relationship Id="rId7" Type="http://schemas.openxmlformats.org/officeDocument/2006/relationships/image" Target="../media/image7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9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Trabajo 2</a:t>
            </a:r>
            <a:b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Datos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270250"/>
            <a:ext cx="6400800" cy="123887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s-ES" sz="26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</a:t>
            </a:r>
          </a:p>
          <a:p>
            <a:pPr eaLnBrk="1" hangingPunct="1">
              <a:lnSpc>
                <a:spcPct val="80000"/>
              </a:lnSpc>
            </a:pPr>
            <a:r>
              <a:rPr lang="es-ES" sz="26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Recomendadores</a:t>
            </a:r>
          </a:p>
        </p:txBody>
      </p:sp>
      <p:pic>
        <p:nvPicPr>
          <p:cNvPr id="5" name="3 Imagen" descr="MIARFID_V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20136" y="5589240"/>
            <a:ext cx="4462272" cy="114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12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341051"/>
              </p:ext>
            </p:extLst>
          </p:nvPr>
        </p:nvGraphicFramePr>
        <p:xfrm>
          <a:off x="695400" y="1772816"/>
          <a:ext cx="10585176" cy="4969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9610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624469"/>
              </p:ext>
            </p:extLst>
          </p:nvPr>
        </p:nvGraphicFramePr>
        <p:xfrm>
          <a:off x="695400" y="1772816"/>
          <a:ext cx="10657184" cy="4969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140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447119"/>
              </p:ext>
            </p:extLst>
          </p:nvPr>
        </p:nvGraphicFramePr>
        <p:xfrm>
          <a:off x="695400" y="1628801"/>
          <a:ext cx="10657184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729192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432D83F-D8C2-4D49-A08C-6B40769245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6194" y="309498"/>
            <a:ext cx="1936390" cy="922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03C7B1B-420C-4BD3-9120-38F9400DC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1429" y="5108342"/>
            <a:ext cx="7005126" cy="1440160"/>
          </a:xfrm>
          <a:prstGeom prst="rect">
            <a:avLst/>
          </a:prstGeom>
        </p:spPr>
      </p:pic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F0ECFCB5-6770-42C0-9E7B-ED4033A894F1}"/>
              </a:ext>
            </a:extLst>
          </p:cNvPr>
          <p:cNvSpPr/>
          <p:nvPr/>
        </p:nvSpPr>
        <p:spPr bwMode="auto">
          <a:xfrm>
            <a:off x="6888088" y="3726960"/>
            <a:ext cx="1368152" cy="422120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56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262178"/>
              </p:ext>
            </p:extLst>
          </p:nvPr>
        </p:nvGraphicFramePr>
        <p:xfrm>
          <a:off x="695400" y="1628800"/>
          <a:ext cx="10657184" cy="4951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729192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913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B6D78-726C-4B04-81B7-2F80D8E32A98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  <p:sp>
        <p:nvSpPr>
          <p:cNvPr id="7" name="2 Rectángulo"/>
          <p:cNvSpPr/>
          <p:nvPr/>
        </p:nvSpPr>
        <p:spPr>
          <a:xfrm>
            <a:off x="623392" y="2420888"/>
            <a:ext cx="10814992" cy="255454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Dataset: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clasificación y etiquetas</a:t>
            </a:r>
          </a:p>
        </p:txBody>
      </p:sp>
    </p:spTree>
    <p:extLst>
      <p:ext uri="{BB962C8B-B14F-4D97-AF65-F5344CB8AC3E}">
        <p14:creationId xmlns:p14="http://schemas.microsoft.com/office/powerpoint/2010/main" val="792709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908932"/>
              </p:ext>
            </p:extLst>
          </p:nvPr>
        </p:nvGraphicFramePr>
        <p:xfrm>
          <a:off x="695400" y="1628800"/>
          <a:ext cx="5616624" cy="5113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729192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Ficheros del dataset: clasificación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6B15CFB-AC12-41CA-BFD5-375DABEC0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072414"/>
              </p:ext>
            </p:extLst>
          </p:nvPr>
        </p:nvGraphicFramePr>
        <p:xfrm>
          <a:off x="6652383" y="1451610"/>
          <a:ext cx="5285770" cy="525399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{0E3FDE45-AF77-4B5C-9715-49D594BDF05E}</a:tableStyleId>
              </a:tblPr>
              <a:tblGrid>
                <a:gridCol w="1061149">
                  <a:extLst>
                    <a:ext uri="{9D8B030D-6E8A-4147-A177-3AD203B41FA5}">
                      <a16:colId xmlns:a16="http://schemas.microsoft.com/office/drawing/2014/main" val="4126909021"/>
                    </a:ext>
                  </a:extLst>
                </a:gridCol>
                <a:gridCol w="1165979">
                  <a:extLst>
                    <a:ext uri="{9D8B030D-6E8A-4147-A177-3AD203B41FA5}">
                      <a16:colId xmlns:a16="http://schemas.microsoft.com/office/drawing/2014/main" val="184846644"/>
                    </a:ext>
                  </a:extLst>
                </a:gridCol>
                <a:gridCol w="1554638">
                  <a:extLst>
                    <a:ext uri="{9D8B030D-6E8A-4147-A177-3AD203B41FA5}">
                      <a16:colId xmlns:a16="http://schemas.microsoft.com/office/drawing/2014/main" val="3546677133"/>
                    </a:ext>
                  </a:extLst>
                </a:gridCol>
                <a:gridCol w="1504004">
                  <a:extLst>
                    <a:ext uri="{9D8B030D-6E8A-4147-A177-3AD203B41FA5}">
                      <a16:colId xmlns:a16="http://schemas.microsoft.com/office/drawing/2014/main" val="233852341"/>
                    </a:ext>
                  </a:extLst>
                </a:gridCol>
              </a:tblGrid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IdDataset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Genero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GeneroSP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6101387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Adventure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Aventura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7079570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Fantasy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Fantas¡a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6885826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Animation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Animaci¢n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45870371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Drama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Drama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3826640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Horror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Terror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3784950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Action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Acción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6907579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Comedy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Comedia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9385055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History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Historica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29167359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Oeste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7880682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Thriller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Suspense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909077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80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Crime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Crimen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0644509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99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Documentary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Documental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3870573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878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Science Fiction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Ciencia ficción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23291354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9648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Mystery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Misterio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914209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10402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Music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Musical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5247274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10749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Romance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Romance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6461724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10751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Family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Familiar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52513775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10752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War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Guerra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7213418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10769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Foreign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Extranjera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3798180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10770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TV Movie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38793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52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1253056"/>
              </p:ext>
            </p:extLst>
          </p:nvPr>
        </p:nvGraphicFramePr>
        <p:xfrm>
          <a:off x="695400" y="1628801"/>
          <a:ext cx="10729192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729192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Ficheros del dataset: etiquetas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CBEF661-AA46-437B-9D0A-2B9EAD72D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88613"/>
              </p:ext>
            </p:extLst>
          </p:nvPr>
        </p:nvGraphicFramePr>
        <p:xfrm>
          <a:off x="2639616" y="4792980"/>
          <a:ext cx="7070574" cy="168402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956084">
                  <a:extLst>
                    <a:ext uri="{9D8B030D-6E8A-4147-A177-3AD203B41FA5}">
                      <a16:colId xmlns:a16="http://schemas.microsoft.com/office/drawing/2014/main" val="1739898201"/>
                    </a:ext>
                  </a:extLst>
                </a:gridCol>
                <a:gridCol w="1289602">
                  <a:extLst>
                    <a:ext uri="{9D8B030D-6E8A-4147-A177-3AD203B41FA5}">
                      <a16:colId xmlns:a16="http://schemas.microsoft.com/office/drawing/2014/main" val="3873952067"/>
                    </a:ext>
                  </a:extLst>
                </a:gridCol>
                <a:gridCol w="1778760">
                  <a:extLst>
                    <a:ext uri="{9D8B030D-6E8A-4147-A177-3AD203B41FA5}">
                      <a16:colId xmlns:a16="http://schemas.microsoft.com/office/drawing/2014/main" val="2533299586"/>
                    </a:ext>
                  </a:extLst>
                </a:gridCol>
                <a:gridCol w="1448162">
                  <a:extLst>
                    <a:ext uri="{9D8B030D-6E8A-4147-A177-3AD203B41FA5}">
                      <a16:colId xmlns:a16="http://schemas.microsoft.com/office/drawing/2014/main" val="3215860536"/>
                    </a:ext>
                  </a:extLst>
                </a:gridCol>
                <a:gridCol w="1597966">
                  <a:extLst>
                    <a:ext uri="{9D8B030D-6E8A-4147-A177-3AD203B41FA5}">
                      <a16:colId xmlns:a16="http://schemas.microsoft.com/office/drawing/2014/main" val="50080959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contador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keyword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keyword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keyword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17487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underdog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prison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factory</a:t>
                      </a:r>
                      <a:r>
                        <a:rPr lang="es-E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s-ES" sz="1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worker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40911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salesclerk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helsinki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garbage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7091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hotel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witch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bet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76996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chicago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drug dealer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boxing match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949703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android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galaxy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hermit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69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43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B6D78-726C-4B04-81B7-2F80D8E32A98}" type="slidenum">
              <a:rPr lang="es-ES" smtClean="0"/>
              <a:pPr>
                <a:defRPr/>
              </a:pPr>
              <a:t>9</a:t>
            </a:fld>
            <a:endParaRPr lang="es-ES" dirty="0"/>
          </a:p>
        </p:txBody>
      </p:sp>
      <p:sp>
        <p:nvSpPr>
          <p:cNvPr id="7" name="2 Rectángulo"/>
          <p:cNvSpPr/>
          <p:nvPr/>
        </p:nvSpPr>
        <p:spPr>
          <a:xfrm>
            <a:off x="623392" y="2420888"/>
            <a:ext cx="10814992" cy="255454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Dataset: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Ítems</a:t>
            </a:r>
          </a:p>
        </p:txBody>
      </p:sp>
    </p:spTree>
    <p:extLst>
      <p:ext uri="{BB962C8B-B14F-4D97-AF65-F5344CB8AC3E}">
        <p14:creationId xmlns:p14="http://schemas.microsoft.com/office/powerpoint/2010/main" val="291815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351913"/>
              </p:ext>
            </p:extLst>
          </p:nvPr>
        </p:nvGraphicFramePr>
        <p:xfrm>
          <a:off x="695400" y="1628799"/>
          <a:ext cx="10657184" cy="5090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Ficheros del dataset: peliculas.csv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97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634958"/>
              </p:ext>
            </p:extLst>
          </p:nvPr>
        </p:nvGraphicFramePr>
        <p:xfrm>
          <a:off x="695400" y="1628799"/>
          <a:ext cx="10657184" cy="5090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Ficheros del dataset: Peliculas.csv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7341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B6D78-726C-4B04-81B7-2F80D8E32A98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  <p:sp>
        <p:nvSpPr>
          <p:cNvPr id="7" name="2 Rectángulo"/>
          <p:cNvSpPr/>
          <p:nvPr/>
        </p:nvSpPr>
        <p:spPr>
          <a:xfrm>
            <a:off x="623392" y="2420888"/>
            <a:ext cx="10814992" cy="366254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Dataset: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Puntuaciones de usuarios</a:t>
            </a:r>
          </a:p>
        </p:txBody>
      </p:sp>
    </p:spTree>
    <p:extLst>
      <p:ext uri="{BB962C8B-B14F-4D97-AF65-F5344CB8AC3E}">
        <p14:creationId xmlns:p14="http://schemas.microsoft.com/office/powerpoint/2010/main" val="3403565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777564"/>
              </p:ext>
            </p:extLst>
          </p:nvPr>
        </p:nvGraphicFramePr>
        <p:xfrm>
          <a:off x="651752" y="1700809"/>
          <a:ext cx="10700832" cy="504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51752" y="277814"/>
            <a:ext cx="10844848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Ficheros del dataset: ratings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3780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043079"/>
              </p:ext>
            </p:extLst>
          </p:nvPr>
        </p:nvGraphicFramePr>
        <p:xfrm>
          <a:off x="651752" y="1700809"/>
          <a:ext cx="10700832" cy="504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51752" y="277814"/>
            <a:ext cx="10844848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Ficheros del dataset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246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B6D78-726C-4B04-81B7-2F80D8E32A98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  <p:sp>
        <p:nvSpPr>
          <p:cNvPr id="7" name="2 Rectángulo"/>
          <p:cNvSpPr/>
          <p:nvPr/>
        </p:nvSpPr>
        <p:spPr>
          <a:xfrm>
            <a:off x="688504" y="2828835"/>
            <a:ext cx="10814992" cy="120032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División del dataset</a:t>
            </a:r>
          </a:p>
        </p:txBody>
      </p:sp>
    </p:spTree>
    <p:extLst>
      <p:ext uri="{BB962C8B-B14F-4D97-AF65-F5344CB8AC3E}">
        <p14:creationId xmlns:p14="http://schemas.microsoft.com/office/powerpoint/2010/main" val="2807499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División de los datos del dataset</a:t>
            </a:r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</p:nvPr>
        </p:nvGraphicFramePr>
        <p:xfrm>
          <a:off x="609600" y="1600201"/>
          <a:ext cx="10742613" cy="3052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021695441"/>
              </p:ext>
            </p:extLst>
          </p:nvPr>
        </p:nvGraphicFramePr>
        <p:xfrm>
          <a:off x="1055440" y="4797153"/>
          <a:ext cx="10225136" cy="1959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D4076-78F3-4150-9AA0-73A888B4EE93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3262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División de los datos del dataset</a:t>
            </a:r>
            <a:endParaRPr lang="es-E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8131" name="3 Marcador de contenido" descr="img1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l="1092"/>
          <a:stretch/>
        </p:blipFill>
        <p:spPr>
          <a:xfrm>
            <a:off x="483315" y="1895885"/>
            <a:ext cx="5828709" cy="4327596"/>
          </a:xfrm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D4076-78F3-4150-9AA0-73A888B4EE93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  <p:pic>
        <p:nvPicPr>
          <p:cNvPr id="5" name="5 Marcador de contenido" descr="img2.JPG"/>
          <p:cNvPicPr>
            <a:picLocks noChangeAspect="1"/>
          </p:cNvPicPr>
          <p:nvPr/>
        </p:nvPicPr>
        <p:blipFill rotWithShape="1">
          <a:blip r:embed="rId3" cstate="print"/>
          <a:srcRect l="948" t="2053" r="2037" b="969"/>
          <a:stretch/>
        </p:blipFill>
        <p:spPr bwMode="auto">
          <a:xfrm>
            <a:off x="6243403" y="1895884"/>
            <a:ext cx="5901269" cy="4327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6536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División de los datos del dataset</a:t>
            </a:r>
          </a:p>
        </p:txBody>
      </p:sp>
      <p:pic>
        <p:nvPicPr>
          <p:cNvPr id="50179" name="5 Marcador de contenido" descr="img3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r="3003"/>
          <a:stretch/>
        </p:blipFill>
        <p:spPr>
          <a:xfrm>
            <a:off x="3014664" y="1600201"/>
            <a:ext cx="6465713" cy="4900613"/>
          </a:xfrm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D4076-78F3-4150-9AA0-73A888B4EE93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436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709623"/>
              </p:ext>
            </p:extLst>
          </p:nvPr>
        </p:nvGraphicFramePr>
        <p:xfrm>
          <a:off x="695400" y="1700809"/>
          <a:ext cx="10729192" cy="504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División de los datos del dataset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1436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B6D78-726C-4B04-81B7-2F80D8E32A98}" type="slidenum">
              <a:rPr lang="es-ES" smtClean="0"/>
              <a:pPr>
                <a:defRPr/>
              </a:pPr>
              <a:t>20</a:t>
            </a:fld>
            <a:endParaRPr lang="es-ES"/>
          </a:p>
        </p:txBody>
      </p:sp>
      <p:sp>
        <p:nvSpPr>
          <p:cNvPr id="7" name="2 Rectángulo"/>
          <p:cNvSpPr/>
          <p:nvPr/>
        </p:nvSpPr>
        <p:spPr>
          <a:xfrm>
            <a:off x="767408" y="2852936"/>
            <a:ext cx="10814992" cy="120032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Perfil de usuario</a:t>
            </a:r>
          </a:p>
        </p:txBody>
      </p:sp>
    </p:spTree>
    <p:extLst>
      <p:ext uri="{BB962C8B-B14F-4D97-AF65-F5344CB8AC3E}">
        <p14:creationId xmlns:p14="http://schemas.microsoft.com/office/powerpoint/2010/main" val="1310796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3446508879"/>
              </p:ext>
            </p:extLst>
          </p:nvPr>
        </p:nvGraphicFramePr>
        <p:xfrm>
          <a:off x="609600" y="1628800"/>
          <a:ext cx="10814992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FA6C7E-DE1C-4425-A414-62D9EA4D1638}" type="slidenum">
              <a:rPr lang="es-ES" smtClean="0"/>
              <a:pPr>
                <a:defRPr/>
              </a:pPr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504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2668745350"/>
              </p:ext>
            </p:extLst>
          </p:nvPr>
        </p:nvGraphicFramePr>
        <p:xfrm>
          <a:off x="609600" y="1628800"/>
          <a:ext cx="10814992" cy="46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identificador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FA6C7E-DE1C-4425-A414-62D9EA4D1638}" type="slidenum">
              <a:rPr lang="es-ES" smtClean="0"/>
              <a:pPr>
                <a:defRPr/>
              </a:pPr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0536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1045185755"/>
              </p:ext>
            </p:extLst>
          </p:nvPr>
        </p:nvGraphicFramePr>
        <p:xfrm>
          <a:off x="609600" y="1628800"/>
          <a:ext cx="5126360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modelo de preferencias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FA6C7E-DE1C-4425-A414-62D9EA4D1638}" type="slidenum">
              <a:rPr lang="es-ES" smtClean="0"/>
              <a:pPr>
                <a:defRPr/>
              </a:pPr>
              <a:t>23</a:t>
            </a:fld>
            <a:endParaRPr lang="es-ES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D16E45F-26D6-4AD2-8643-C3AF58DD1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193418"/>
              </p:ext>
            </p:extLst>
          </p:nvPr>
        </p:nvGraphicFramePr>
        <p:xfrm>
          <a:off x="1055440" y="4637473"/>
          <a:ext cx="4471395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279">
                  <a:extLst>
                    <a:ext uri="{9D8B030D-6E8A-4147-A177-3AD203B41FA5}">
                      <a16:colId xmlns:a16="http://schemas.microsoft.com/office/drawing/2014/main" val="975546584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1301467666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3518886248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1715635601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742349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>
                        <a:solidFill>
                          <a:srgbClr val="0070C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4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9971627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9103A3FF-9E3E-4BFC-8799-A75F2E227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072414"/>
              </p:ext>
            </p:extLst>
          </p:nvPr>
        </p:nvGraphicFramePr>
        <p:xfrm>
          <a:off x="6652383" y="1451610"/>
          <a:ext cx="5285770" cy="525399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{0E3FDE45-AF77-4B5C-9715-49D594BDF05E}</a:tableStyleId>
              </a:tblPr>
              <a:tblGrid>
                <a:gridCol w="1061149">
                  <a:extLst>
                    <a:ext uri="{9D8B030D-6E8A-4147-A177-3AD203B41FA5}">
                      <a16:colId xmlns:a16="http://schemas.microsoft.com/office/drawing/2014/main" val="4126909021"/>
                    </a:ext>
                  </a:extLst>
                </a:gridCol>
                <a:gridCol w="1165979">
                  <a:extLst>
                    <a:ext uri="{9D8B030D-6E8A-4147-A177-3AD203B41FA5}">
                      <a16:colId xmlns:a16="http://schemas.microsoft.com/office/drawing/2014/main" val="184846644"/>
                    </a:ext>
                  </a:extLst>
                </a:gridCol>
                <a:gridCol w="1554638">
                  <a:extLst>
                    <a:ext uri="{9D8B030D-6E8A-4147-A177-3AD203B41FA5}">
                      <a16:colId xmlns:a16="http://schemas.microsoft.com/office/drawing/2014/main" val="3546677133"/>
                    </a:ext>
                  </a:extLst>
                </a:gridCol>
                <a:gridCol w="1504004">
                  <a:extLst>
                    <a:ext uri="{9D8B030D-6E8A-4147-A177-3AD203B41FA5}">
                      <a16:colId xmlns:a16="http://schemas.microsoft.com/office/drawing/2014/main" val="233852341"/>
                    </a:ext>
                  </a:extLst>
                </a:gridCol>
              </a:tblGrid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IdDataset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Genero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GeneroSP</a:t>
                      </a:r>
                      <a:endParaRPr lang="es-E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6101387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Adventure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Aventura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7079570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Fantasy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Fantas¡a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6885826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Animation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Animaci¢n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45870371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Drama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Drama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3826640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Horror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Terror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3784950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Action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Acción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6907579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Comedy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Comedia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9385055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History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Historica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29167359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Oeste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7880682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Thriller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Suspense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909077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80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Crime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Crimen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0644509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99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Documentary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Documental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3870573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878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Science Fiction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Ciencia ficción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23291354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9648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Mystery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Misterio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914209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10402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Music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Musical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5247274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10749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Romance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Romance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6461724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10751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Family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Familiar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52513775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10752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War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Guerra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7213418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10769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Foreign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Extranjera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37981808"/>
                  </a:ext>
                </a:extLst>
              </a:tr>
              <a:tr h="23065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10770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TV Movie</a:t>
                      </a: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38793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451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774134"/>
              </p:ext>
            </p:extLst>
          </p:nvPr>
        </p:nvGraphicFramePr>
        <p:xfrm>
          <a:off x="695399" y="1772817"/>
          <a:ext cx="10761003" cy="4392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modelo de preferencias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24</a:t>
            </a:fld>
            <a:endParaRPr lang="es-ES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37853"/>
              </p:ext>
            </p:extLst>
          </p:nvPr>
        </p:nvGraphicFramePr>
        <p:xfrm>
          <a:off x="4007768" y="194718"/>
          <a:ext cx="398399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798">
                  <a:extLst>
                    <a:ext uri="{9D8B030D-6E8A-4147-A177-3AD203B41FA5}">
                      <a16:colId xmlns:a16="http://schemas.microsoft.com/office/drawing/2014/main" val="975546584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1301467666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3518886248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1715635601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74234988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>
                        <a:solidFill>
                          <a:srgbClr val="0070C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4761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9971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769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</p:nvPr>
        </p:nvGraphicFramePr>
        <p:xfrm>
          <a:off x="695399" y="1772817"/>
          <a:ext cx="10761003" cy="4392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modelo de preferencias de usuarios del dataset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25</a:t>
            </a:fld>
            <a:endParaRPr lang="es-ES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520211"/>
              </p:ext>
            </p:extLst>
          </p:nvPr>
        </p:nvGraphicFramePr>
        <p:xfrm>
          <a:off x="4367808" y="6217920"/>
          <a:ext cx="398399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798">
                  <a:extLst>
                    <a:ext uri="{9D8B030D-6E8A-4147-A177-3AD203B41FA5}">
                      <a16:colId xmlns:a16="http://schemas.microsoft.com/office/drawing/2014/main" val="975546584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1301467666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3518886248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1715635601"/>
                    </a:ext>
                  </a:extLst>
                </a:gridCol>
                <a:gridCol w="796798">
                  <a:extLst>
                    <a:ext uri="{9D8B030D-6E8A-4147-A177-3AD203B41FA5}">
                      <a16:colId xmlns:a16="http://schemas.microsoft.com/office/drawing/2014/main" val="74234988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>
                        <a:solidFill>
                          <a:srgbClr val="0070C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4761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9971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60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789939"/>
              </p:ext>
            </p:extLst>
          </p:nvPr>
        </p:nvGraphicFramePr>
        <p:xfrm>
          <a:off x="695399" y="1772817"/>
          <a:ext cx="10761003" cy="3600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preferencias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26</a:t>
            </a:fld>
            <a:endParaRPr lang="es-ES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514013"/>
              </p:ext>
            </p:extLst>
          </p:nvPr>
        </p:nvGraphicFramePr>
        <p:xfrm>
          <a:off x="3840202" y="5439968"/>
          <a:ext cx="4471395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279">
                  <a:extLst>
                    <a:ext uri="{9D8B030D-6E8A-4147-A177-3AD203B41FA5}">
                      <a16:colId xmlns:a16="http://schemas.microsoft.com/office/drawing/2014/main" val="975546584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1301467666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3518886248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1715635601"/>
                    </a:ext>
                  </a:extLst>
                </a:gridCol>
                <a:gridCol w="894279">
                  <a:extLst>
                    <a:ext uri="{9D8B030D-6E8A-4147-A177-3AD203B41FA5}">
                      <a16:colId xmlns:a16="http://schemas.microsoft.com/office/drawing/2014/main" val="742349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>
                        <a:solidFill>
                          <a:srgbClr val="0070C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4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9971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404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3764860659"/>
              </p:ext>
            </p:extLst>
          </p:nvPr>
        </p:nvGraphicFramePr>
        <p:xfrm>
          <a:off x="609600" y="1628800"/>
          <a:ext cx="10814992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histórico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FA6C7E-DE1C-4425-A414-62D9EA4D1638}" type="slidenum">
              <a:rPr lang="es-ES" smtClean="0"/>
              <a:pPr>
                <a:defRPr/>
              </a:pPr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7472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información interna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FA6C7E-DE1C-4425-A414-62D9EA4D1638}" type="slidenum">
              <a:rPr lang="es-ES" smtClean="0"/>
              <a:pPr>
                <a:defRPr/>
              </a:pPr>
              <a:t>28</a:t>
            </a:fld>
            <a:endParaRPr lang="es-ES"/>
          </a:p>
        </p:txBody>
      </p:sp>
      <p:graphicFrame>
        <p:nvGraphicFramePr>
          <p:cNvPr id="6" name="1 Marcador de contenido">
            <a:extLst>
              <a:ext uri="{FF2B5EF4-FFF2-40B4-BE49-F238E27FC236}">
                <a16:creationId xmlns:a16="http://schemas.microsoft.com/office/drawing/2014/main" id="{988F66F9-CE34-467E-BDCF-5C72DB7DE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475538"/>
              </p:ext>
            </p:extLst>
          </p:nvPr>
        </p:nvGraphicFramePr>
        <p:xfrm>
          <a:off x="640742" y="1844824"/>
          <a:ext cx="10814992" cy="4608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3881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Perfil de usuario: información interna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29</a:t>
            </a:fld>
            <a:endParaRPr lang="es-ES"/>
          </a:p>
        </p:txBody>
      </p:sp>
      <p:graphicFrame>
        <p:nvGraphicFramePr>
          <p:cNvPr id="11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178772"/>
              </p:ext>
            </p:extLst>
          </p:nvPr>
        </p:nvGraphicFramePr>
        <p:xfrm>
          <a:off x="640742" y="1700808"/>
          <a:ext cx="10639834" cy="2952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lecha derecha 6"/>
          <p:cNvSpPr/>
          <p:nvPr/>
        </p:nvSpPr>
        <p:spPr bwMode="auto">
          <a:xfrm>
            <a:off x="5516577" y="5805264"/>
            <a:ext cx="864096" cy="28803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937" y="5391150"/>
            <a:ext cx="4505325" cy="108585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24" y="4956168"/>
            <a:ext cx="42100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11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B6D78-726C-4B04-81B7-2F80D8E32A98}" type="slidenum">
              <a:rPr lang="es-ES" smtClean="0"/>
              <a:pPr>
                <a:defRPr/>
              </a:pPr>
              <a:t>30</a:t>
            </a:fld>
            <a:endParaRPr lang="es-ES"/>
          </a:p>
        </p:txBody>
      </p:sp>
      <p:sp>
        <p:nvSpPr>
          <p:cNvPr id="7" name="2 Rectángulo"/>
          <p:cNvSpPr/>
          <p:nvPr/>
        </p:nvSpPr>
        <p:spPr>
          <a:xfrm>
            <a:off x="767408" y="2420888"/>
            <a:ext cx="10814992" cy="230832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Lista de ítems recomendados</a:t>
            </a:r>
          </a:p>
        </p:txBody>
      </p:sp>
    </p:spTree>
    <p:extLst>
      <p:ext uri="{BB962C8B-B14F-4D97-AF65-F5344CB8AC3E}">
        <p14:creationId xmlns:p14="http://schemas.microsoft.com/office/powerpoint/2010/main" val="3931566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 de la recomendación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31</a:t>
            </a:fld>
            <a:endParaRPr lang="es-ES"/>
          </a:p>
        </p:txBody>
      </p:sp>
      <p:graphicFrame>
        <p:nvGraphicFramePr>
          <p:cNvPr id="11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057398"/>
              </p:ext>
            </p:extLst>
          </p:nvPr>
        </p:nvGraphicFramePr>
        <p:xfrm>
          <a:off x="640742" y="1700808"/>
          <a:ext cx="10639834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93052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 de la recomendación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32</a:t>
            </a:fld>
            <a:endParaRPr lang="es-ES"/>
          </a:p>
        </p:txBody>
      </p:sp>
      <p:graphicFrame>
        <p:nvGraphicFramePr>
          <p:cNvPr id="11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056076"/>
              </p:ext>
            </p:extLst>
          </p:nvPr>
        </p:nvGraphicFramePr>
        <p:xfrm>
          <a:off x="640742" y="1700808"/>
          <a:ext cx="10639834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9194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MUY IMPORTANTE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33</a:t>
            </a:fld>
            <a:endParaRPr lang="es-ES"/>
          </a:p>
        </p:txBody>
      </p:sp>
      <p:graphicFrame>
        <p:nvGraphicFramePr>
          <p:cNvPr id="11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7448882"/>
              </p:ext>
            </p:extLst>
          </p:nvPr>
        </p:nvGraphicFramePr>
        <p:xfrm>
          <a:off x="640742" y="1700808"/>
          <a:ext cx="6823410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FC5BB54B-2C8C-4CC6-9BC9-A37DBA3D7A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912" y="1988840"/>
            <a:ext cx="4255421" cy="3716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6463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B6D78-726C-4B04-81B7-2F80D8E32A98}" type="slidenum">
              <a:rPr lang="es-ES" smtClean="0"/>
              <a:pPr>
                <a:defRPr/>
              </a:pPr>
              <a:t>34</a:t>
            </a:fld>
            <a:endParaRPr lang="es-ES"/>
          </a:p>
        </p:txBody>
      </p:sp>
      <p:sp>
        <p:nvSpPr>
          <p:cNvPr id="7" name="2 Rectángulo"/>
          <p:cNvSpPr/>
          <p:nvPr/>
        </p:nvSpPr>
        <p:spPr>
          <a:xfrm>
            <a:off x="767408" y="2852936"/>
            <a:ext cx="10814992" cy="120032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E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¿Qué hacer ahora?</a:t>
            </a:r>
          </a:p>
        </p:txBody>
      </p:sp>
    </p:spTree>
    <p:extLst>
      <p:ext uri="{BB962C8B-B14F-4D97-AF65-F5344CB8AC3E}">
        <p14:creationId xmlns:p14="http://schemas.microsoft.com/office/powerpoint/2010/main" val="875893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277814"/>
            <a:ext cx="10801200" cy="1139825"/>
          </a:xfrm>
        </p:spPr>
        <p:txBody>
          <a:bodyPr/>
          <a:lstStyle/>
          <a:p>
            <a:pPr algn="ctr" eaLnBrk="1" hangingPunct="1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Datos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29DD1-F513-4D60-AAC6-BD0102D870C5}" type="slidenum">
              <a:rPr lang="es-ES" smtClean="0"/>
              <a:pPr>
                <a:defRPr/>
              </a:pPr>
              <a:t>35</a:t>
            </a:fld>
            <a:endParaRPr lang="es-ES"/>
          </a:p>
        </p:txBody>
      </p:sp>
      <p:graphicFrame>
        <p:nvGraphicFramePr>
          <p:cNvPr id="11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461337"/>
              </p:ext>
            </p:extLst>
          </p:nvPr>
        </p:nvGraphicFramePr>
        <p:xfrm>
          <a:off x="640742" y="1700808"/>
          <a:ext cx="10639834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4694734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de diseño con pila de libros">
  <a:themeElements>
    <a:clrScheme name="Plantilla de diseño con pila de libro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lantilla de diseño con pila de libro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lnDef>
  </a:objectDefaults>
  <a:extraClrSchemeLst>
    <a:extraClrScheme>
      <a:clrScheme name="Plantilla de diseño con pila de libro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de diseño con pila de libro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de diseño con pila de libro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de diseño con pila de libro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de diseño con pila de libro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de diseño con pila de libro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de diseño con pila de libro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de diseño con pila de libro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de diseño con pila de libro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de diseño con pila de libro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de diseño con pila de libro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de diseño con pila de libro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ivel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Personalizado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lnDef>
  </a:objectDefaults>
  <a:extraClrSchemeLst>
    <a:extraClrScheme>
      <a:clrScheme name="Ni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6212</TotalTime>
  <Words>1618</Words>
  <Application>Microsoft Office PowerPoint</Application>
  <PresentationFormat>Panorámica</PresentationFormat>
  <Paragraphs>439</Paragraphs>
  <Slides>35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35</vt:i4>
      </vt:variant>
    </vt:vector>
  </HeadingPairs>
  <TitlesOfParts>
    <vt:vector size="43" baseType="lpstr">
      <vt:lpstr>Arial</vt:lpstr>
      <vt:lpstr>Calibri</vt:lpstr>
      <vt:lpstr>Century Gothic</vt:lpstr>
      <vt:lpstr>Garamond</vt:lpstr>
      <vt:lpstr>Times New Roman</vt:lpstr>
      <vt:lpstr>Wingdings</vt:lpstr>
      <vt:lpstr>Plantilla de diseño con pila de libros</vt:lpstr>
      <vt:lpstr>Nivel</vt:lpstr>
      <vt:lpstr>Trabajo 2 Datos</vt:lpstr>
      <vt:lpstr>Objetivos</vt:lpstr>
      <vt:lpstr>Objetivos</vt:lpstr>
      <vt:lpstr>Dataset</vt:lpstr>
      <vt:lpstr>Dataset</vt:lpstr>
      <vt:lpstr>Presentación de PowerPoint</vt:lpstr>
      <vt:lpstr>Ficheros del dataset: clasificación</vt:lpstr>
      <vt:lpstr>Ficheros del dataset: etiquetas</vt:lpstr>
      <vt:lpstr>Presentación de PowerPoint</vt:lpstr>
      <vt:lpstr>Ficheros del dataset: peliculas.csv</vt:lpstr>
      <vt:lpstr>Ficheros del dataset: Peliculas.csv</vt:lpstr>
      <vt:lpstr>Presentación de PowerPoint</vt:lpstr>
      <vt:lpstr>Ficheros del dataset: ratings</vt:lpstr>
      <vt:lpstr>Ficheros del dataset</vt:lpstr>
      <vt:lpstr>Presentación de PowerPoint</vt:lpstr>
      <vt:lpstr>División de los datos del dataset</vt:lpstr>
      <vt:lpstr>División de los datos del dataset</vt:lpstr>
      <vt:lpstr>División de los datos del dataset</vt:lpstr>
      <vt:lpstr>División de los datos del dataset</vt:lpstr>
      <vt:lpstr>Presentación de PowerPoint</vt:lpstr>
      <vt:lpstr>Perfil de usuario</vt:lpstr>
      <vt:lpstr>Perfil de usuario: identificador</vt:lpstr>
      <vt:lpstr>Perfil de usuario: modelo de preferencias</vt:lpstr>
      <vt:lpstr>Perfil de usuario: modelo de preferencias</vt:lpstr>
      <vt:lpstr>Perfil de usuario: modelo de preferencias de usuarios del dataset</vt:lpstr>
      <vt:lpstr>Perfil de usuario: preferencias</vt:lpstr>
      <vt:lpstr>Perfil de usuario: histórico</vt:lpstr>
      <vt:lpstr>Perfil de usuario: información interna</vt:lpstr>
      <vt:lpstr>Perfil de usuario: información interna</vt:lpstr>
      <vt:lpstr>Presentación de PowerPoint</vt:lpstr>
      <vt:lpstr>Resultado de la recomendación</vt:lpstr>
      <vt:lpstr>Resultado de la recomendación</vt:lpstr>
      <vt:lpstr>MUY IMPORTANTE</vt:lpstr>
      <vt:lpstr>Presentación de PowerPoint</vt:lpstr>
      <vt:lpstr>Datos</vt:lpstr>
    </vt:vector>
  </TitlesOfParts>
  <Manager/>
  <Company>UPV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1 Datos Base</dc:title>
  <dc:subject/>
  <dc:creator>dsic</dc:creator>
  <cp:keywords/>
  <dc:description/>
  <cp:lastModifiedBy>Inmaculada García García</cp:lastModifiedBy>
  <cp:revision>769</cp:revision>
  <cp:lastPrinted>2016-02-23T10:50:02Z</cp:lastPrinted>
  <dcterms:created xsi:type="dcterms:W3CDTF">2008-10-07T10:06:12Z</dcterms:created>
  <dcterms:modified xsi:type="dcterms:W3CDTF">2026-02-13T16:31:04Z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TC011594403082</vt:lpwstr>
  </property>
</Properties>
</file>